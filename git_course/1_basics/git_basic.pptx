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267" r:id="rId4"/>
    <p:sldId id="355" r:id="rId5"/>
    <p:sldId id="425" r:id="rId6"/>
    <p:sldId id="358" r:id="rId7"/>
    <p:sldId id="439" r:id="rId8"/>
    <p:sldId id="442" r:id="rId9"/>
    <p:sldId id="444" r:id="rId10"/>
    <p:sldId id="445" r:id="rId11"/>
    <p:sldId id="446" r:id="rId12"/>
    <p:sldId id="380" r:id="rId13"/>
    <p:sldId id="364" r:id="rId14"/>
    <p:sldId id="447" r:id="rId15"/>
    <p:sldId id="448" r:id="rId16"/>
    <p:sldId id="449" r:id="rId17"/>
    <p:sldId id="268" r:id="rId18"/>
    <p:sldId id="367" r:id="rId19"/>
    <p:sldId id="369" r:id="rId20"/>
    <p:sldId id="370" r:id="rId21"/>
    <p:sldId id="427" r:id="rId22"/>
    <p:sldId id="428" r:id="rId23"/>
    <p:sldId id="379" r:id="rId24"/>
    <p:sldId id="401" r:id="rId25"/>
    <p:sldId id="402" r:id="rId26"/>
    <p:sldId id="381" r:id="rId27"/>
    <p:sldId id="399" r:id="rId28"/>
    <p:sldId id="400" r:id="rId29"/>
    <p:sldId id="385" r:id="rId30"/>
    <p:sldId id="386" r:id="rId31"/>
    <p:sldId id="406" r:id="rId32"/>
    <p:sldId id="357" r:id="rId33"/>
    <p:sldId id="429" r:id="rId34"/>
    <p:sldId id="359" r:id="rId35"/>
    <p:sldId id="390" r:id="rId36"/>
    <p:sldId id="372" r:id="rId37"/>
    <p:sldId id="453" r:id="rId38"/>
    <p:sldId id="389" r:id="rId39"/>
    <p:sldId id="391" r:id="rId40"/>
    <p:sldId id="392" r:id="rId41"/>
    <p:sldId id="393" r:id="rId42"/>
    <p:sldId id="408" r:id="rId43"/>
    <p:sldId id="394" r:id="rId44"/>
    <p:sldId id="396" r:id="rId45"/>
    <p:sldId id="405" r:id="rId46"/>
    <p:sldId id="454" r:id="rId47"/>
    <p:sldId id="397" r:id="rId48"/>
    <p:sldId id="398" r:id="rId49"/>
    <p:sldId id="410" r:id="rId50"/>
    <p:sldId id="409" r:id="rId51"/>
    <p:sldId id="404" r:id="rId52"/>
    <p:sldId id="411" r:id="rId53"/>
    <p:sldId id="412" r:id="rId54"/>
    <p:sldId id="413" r:id="rId55"/>
    <p:sldId id="414" r:id="rId56"/>
    <p:sldId id="431" r:id="rId57"/>
    <p:sldId id="432" r:id="rId58"/>
    <p:sldId id="433" r:id="rId59"/>
    <p:sldId id="430" r:id="rId60"/>
    <p:sldId id="416" r:id="rId61"/>
    <p:sldId id="415" r:id="rId62"/>
    <p:sldId id="450" r:id="rId63"/>
    <p:sldId id="452" r:id="rId64"/>
    <p:sldId id="420" r:id="rId65"/>
    <p:sldId id="421" r:id="rId66"/>
    <p:sldId id="436" r:id="rId67"/>
    <p:sldId id="437" r:id="rId68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1" autoAdjust="0"/>
    <p:restoredTop sz="93136" autoAdjust="0"/>
  </p:normalViewPr>
  <p:slideViewPr>
    <p:cSldViewPr snapToGrid="0">
      <p:cViewPr varScale="1">
        <p:scale>
          <a:sx n="116" d="100"/>
          <a:sy n="116" d="100"/>
        </p:scale>
        <p:origin x="653" y="72"/>
      </p:cViewPr>
      <p:guideLst/>
    </p:cSldViewPr>
  </p:slideViewPr>
  <p:outlineViewPr>
    <p:cViewPr>
      <p:scale>
        <a:sx n="33" d="100"/>
        <a:sy n="33" d="100"/>
      </p:scale>
      <p:origin x="0" y="-2828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ADDCAA-88FC-44D4-A91A-DD0530AB88E0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F0DEA-1372-46C0-8FC9-2869E9CCF7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19274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2235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BF961-BEFA-885A-8395-0975892C9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3BF50-8BB1-80F4-7AEC-52FB29AE0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64370-7B82-8A5D-7550-4A6B230B6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B590E-48EE-5DD8-06E1-D3EB29B2F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17701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93983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44379-17BF-61DC-FFD9-FAFB439D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EAD3A-64E6-B898-99BE-BEAE1245E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27F8A-7269-8F82-330D-1981E6240C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6025B-4DD4-BE34-6E87-108A173F6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9144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B751D-D22F-853F-0699-38200C64D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5059C-9C9D-07B6-96DF-E4B25D5AF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10AEA-9BAC-D0CE-FDED-9512557ED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8CE4-D0E3-67CE-46AC-264F7EE8D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88761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431DA-62D2-9EBE-B51E-699C69D03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E5AE6-540C-D1BF-F05F-8D0121120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DB71A-5403-3B1A-2C90-7E59E25F6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82A91-5042-68EA-3CF3-619149874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87882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6C37E-8746-757A-C25D-7D847D99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C7B005-92C9-7981-C626-26928A7EF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83C19-7EAF-40D9-483D-441E4D712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66C0F-3A34-D15C-A9B4-EF5CB69D4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67783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1457-3B55-117B-26B1-146205A95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8DB3C-09CF-88E4-1C55-CBA709347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690B49-F334-7D6D-8515-7C3BB9851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EA9C3-E30C-93F7-6EBC-F8D186385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8450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E5BA3-5B01-FC49-A6E2-C21F67058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B7ADC2-C34D-62F6-65C5-6C7D85E25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F7035-9115-EECC-6A6C-440A64DCD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</a:t>
            </a:r>
            <a:r>
              <a:rPr lang="nl-NL" dirty="0" err="1"/>
              <a:t>Create</a:t>
            </a:r>
            <a:r>
              <a:rPr lang="nl-NL" dirty="0"/>
              <a:t> repository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A0FD2-729D-4321-2AB7-652B656A9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217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0D452-DC2C-C84C-FEA5-97162581D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ED3A1-683C-E97A-16F8-D30D8EA44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EDCA8-9A7E-C4BE-D8EE-7B3801BA1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1319F-0839-0B96-713A-AFD59F133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19691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393FD-BDA1-EC5B-46BD-D506EE554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4029B-5325-A6F1-8F35-E09C854E1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FE787-D51F-4E5C-0878-F134D4373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109C6-71A6-26D2-A7E8-D1AF71240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33179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2E27D-1058-B716-1A55-4E251B17F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9C0A5-7E78-4696-4508-DFAFCD9E3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5E7FF-1049-AE14-B093-DFED132A8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</a:t>
            </a:r>
            <a:r>
              <a:rPr lang="nl-NL" dirty="0" err="1"/>
              <a:t>Initial</a:t>
            </a:r>
            <a:r>
              <a:rPr lang="nl-NL" dirty="0"/>
              <a:t> </a:t>
            </a:r>
            <a:r>
              <a:rPr lang="nl-NL" dirty="0" err="1"/>
              <a:t>commits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1A632-CD49-A30A-1ED1-FB23CA6722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96475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22144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EF557-778B-C0B6-DDB9-E97FFA8A1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7F5377-9624-7827-34F2-B1D618A3B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62E70-4D09-2BDD-52FE-0B4912C51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</a:t>
            </a:r>
            <a:r>
              <a:rPr lang="nl-NL" dirty="0" err="1"/>
              <a:t>commit</a:t>
            </a:r>
            <a:r>
              <a:rPr lang="nl-NL" dirty="0"/>
              <a:t> </a:t>
            </a:r>
            <a:r>
              <a:rPr lang="nl-NL" dirty="0" err="1"/>
              <a:t>objects</a:t>
            </a:r>
            <a:r>
              <a:rPr lang="nl-NL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6ED23-053D-1EE4-E108-0E7BB20E2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67122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99E3B-9D0F-12A1-B09D-438939465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BB892C-CFB5-DCBE-9D63-88B22A456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77A7F-8468-98A6-5EBF-5A4A1F8E6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5112A-527C-AB0D-7C22-62C9031F9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58865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2C7EA-5144-60D4-8797-7913A1176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0AED7A-ED9A-D020-57DB-C92678787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B3FAE-6792-1030-9EAD-F268FF01C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F8535-C2AB-6600-3705-43E8D555B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983880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FC186-33ED-A7FA-1948-8D1113B2C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A6150-FFC3-80A1-34D7-C3D422D94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CD973B-1897-6427-E17D-41C54630D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AE6AC-7B57-336C-1A75-6134CFD89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27575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3E2B4-5209-2DF6-0B96-7C26762A0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3A906-643D-FB5A-383D-C2AFE384E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17C7CE-A21A-B7AE-81A3-2A99A8AB2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</a:t>
            </a:r>
            <a:r>
              <a:rPr lang="nl-NL" dirty="0" err="1"/>
              <a:t>commit</a:t>
            </a:r>
            <a:r>
              <a:rPr lang="nl-NL" dirty="0"/>
              <a:t> </a:t>
            </a:r>
            <a:r>
              <a:rPr lang="nl-NL" dirty="0" err="1"/>
              <a:t>added</a:t>
            </a:r>
            <a:r>
              <a:rPr lang="nl-NL" dirty="0"/>
              <a:t> file.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98035-2BB7-8732-CB24-E013023D49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18850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6686E-96C7-9213-C3F5-DB15686E6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25D0B-20C1-08BA-70FB-20E3C3523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AA036-DBE5-310D-57CE-5EA5BDD38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C5B85-101B-2858-27A1-D721FF94E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698791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6A9C1-EA00-0BC9-38F1-1A5FA2AEF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65360-8235-BC6B-79C3-A6B69650E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6950F-B9FA-7C9B-2429-9DC002F35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Demo: .</a:t>
            </a:r>
            <a:r>
              <a:rPr lang="nl-NL" dirty="0" err="1"/>
              <a:t>gitignore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B5242-70CB-CADA-D74B-04DC6B0D2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0637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3A4CF-B6FC-513F-1892-4A000B658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5DA4B-7C1F-26AF-3A00-0B36439B7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DBEC0-2D7E-2BF4-BD57-DDC6E25B7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F8395-4D9A-2E7A-5E97-4CE2763AB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61419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EF7FD-105C-72BF-CC7F-23888C941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0C34A-E123-7569-392B-E49ADFEB6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6724E-8383-4E4A-90FD-E3BAF1D0D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E5205-1AA1-1597-BD8D-D515A02E93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18143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3DEB7-DB35-D040-CEF1-EB0EE8B93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78336D-F29F-30F2-B0F5-20FA07FBF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3B11D6-D406-F002-510F-CDC518F36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Demo: git </a:t>
            </a:r>
            <a:r>
              <a:rPr lang="nl-NL" dirty="0" err="1"/>
              <a:t>diff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F6B93-E560-06F5-898C-2BC369C88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85507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32569-D68C-908F-786F-0EBEADC44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FCDAB-049D-109A-50F9-F36D34A3F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1609F-389A-8A1B-D37B-9DFB09E0D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</a:t>
            </a:r>
            <a:r>
              <a:rPr lang="nl-NL" dirty="0" err="1"/>
              <a:t>checkout</a:t>
            </a:r>
            <a:r>
              <a:rPr lang="nl-NL" dirty="0"/>
              <a:t> file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4BF08-CB3C-F507-D933-6FFE16F77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81976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F4411-761A-10AD-8537-4DF4248C8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EC1B0-562A-EED7-12C9-92A361695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D9EC8-43CC-4B32-88CF-66A8530E9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reset hard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A3F11-F746-728F-87DA-CDFA488E8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77173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18B8C-683C-33A7-A552-77A2B04FB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489C89-765B-9FFE-EDC6-489967F43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079E03-D7DC-7B51-F603-A52542057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</a:t>
            </a:r>
            <a:r>
              <a:rPr lang="nl-NL" dirty="0" err="1"/>
              <a:t>checkout</a:t>
            </a:r>
            <a:r>
              <a:rPr lang="nl-NL" dirty="0"/>
              <a:t> </a:t>
            </a:r>
            <a:r>
              <a:rPr lang="nl-NL" dirty="0" err="1"/>
              <a:t>commit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E1A6D-B150-3711-7FE2-19EF71F1A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31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24820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F412D-9B73-A479-8F97-16D85A40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D35CC-38E3-F9A9-E27F-D03AFB408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9346DB-AE36-DAAF-43DF-8FCADA49B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5D9C7-35AE-30AD-4B24-4CF7A4DC8B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33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91546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862C4-7B14-01F4-8EC1-95489C89F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CE59E-5F43-AF12-CF31-97D411A7E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D4AE3A-A796-6656-6EE3-5972656A4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85D81-3FEF-2D36-8982-0E49113DAA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34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60835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2BA4A-6834-D4DA-176F-13BBA01BD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7D8DD-6C23-73F1-5CA4-4EE718A8F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798B5-5DDE-A401-DED1-D6239EBFC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933D6-500C-7BAF-0080-8C39A4476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35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85360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CFB1A-342F-2F27-72E8-00445C999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CBC0E-D327-D22F-821B-C714CA263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E9AE8-800A-6E87-0D32-7DAE9F71D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HEAD en refs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E885B-EB60-A902-A0FE-A588598F5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36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26705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6DBA9-539A-B67B-26DF-3D08A0F6E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B1B945-F139-BFF5-ACA2-2E0E5F697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6F8B42-EB08-3CA9-59B4-55BBF4C7E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HEAD en refs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80418-BA7F-9052-8C1A-C98979C9C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37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512075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BC056-D220-0E5F-624C-81810B708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559917-FABE-98BC-CF2D-FF5ED94C4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F08EDA-F7CB-76AF-AAF7-421C15F23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55AB0-44F0-3841-298C-B97173EAB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38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8234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FFD1A-D420-F178-A11F-ACF42634A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6525D-480F-29D1-3675-3ECC86C19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C2212-47CA-EDF8-0906-9511ED71C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24C05-571C-67F5-C118-00AE15641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39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8816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714B4-337A-6A45-8284-A8B390C57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E23279-9C0C-BA63-AD3B-ABBCE45C8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52B6F-25E5-19F4-8C7C-059628E01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</a:t>
            </a:r>
            <a:r>
              <a:rPr lang="nl-NL" dirty="0" err="1"/>
              <a:t>create</a:t>
            </a:r>
            <a:r>
              <a:rPr lang="nl-NL" dirty="0"/>
              <a:t> </a:t>
            </a:r>
            <a:r>
              <a:rPr lang="nl-NL" dirty="0" err="1"/>
              <a:t>branch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3C9DB-E8E7-14E1-5270-8EAD36EDB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40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54372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F7E92-E289-6B83-2A18-9CA6DAF74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6C6FE-E91C-8536-3A52-6EF434E5D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50A30-01E8-53AC-6A06-4B05127B7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1E599-86AA-D21A-BEFC-F12544569F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41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32827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ED051-C53C-FF3A-2B2F-7A444150F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D7D600-D27A-1F7D-962F-EE6374BB8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955F24-8B2C-1C96-34A7-47E2F3CD5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B578A-E6F1-F3AE-6355-C51ECCE25E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42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432648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F8E0-A8FB-3227-AA64-0BDC721C8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F2324-B031-300A-0D23-AACFBDD14D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113936-61A2-9248-05F4-DC2B2C570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3267F-0B6F-A738-85E7-433F31140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43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39738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40415-C72B-7669-1D9E-DD407323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B06BF-9ED5-C934-877D-8B4DB70E1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508E3-9452-90E7-52CA-BA175C6C1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F8B70-B804-2B93-56B0-F26509C078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44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5268880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DD4F4-DA5A-CBF5-7160-C099EA80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97FEDE-E4D8-6893-B500-DB2559F83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C62210-D918-2E5E-EC80-A2293F584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4C48F-514E-B2D5-B3B1-2A3C01A17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45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55455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3B929-5902-A77A-1A34-7A5953D98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A9D05-8D0A-7A58-1692-83C13F7E35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31461C-089E-5CE3-5473-506EEBABC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F680D-BC96-AEC6-C2CA-3E9B7A6FD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46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72799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D9E7D-F28F-7CC8-E19B-35799B531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3A68F-EE0E-9CE9-F652-D5A6DB75E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10F75-D72D-3F34-F863-95A8732E9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AD883-1406-BDF8-4A21-BB7CCF941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48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17182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FC080-57AD-AE11-33EB-20EF87784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1E838-BB65-334E-DBFB-FB0AE943F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80921-8A63-1043-FDC7-2900E20D4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0C5D0-CF81-6F91-CABA-ACB78EFD6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49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26096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71316-DFDB-C3A6-ED91-6A5DBD056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BCC7D-E39D-545F-0B5B-B18FFA9F9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25AFD-9D50-E3ED-214B-F43AEE249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</a:t>
            </a:r>
            <a:r>
              <a:rPr lang="nl-NL" dirty="0" err="1"/>
              <a:t>merge</a:t>
            </a:r>
            <a:r>
              <a:rPr lang="nl-NL" dirty="0"/>
              <a:t> </a:t>
            </a:r>
            <a:r>
              <a:rPr lang="nl-NL" dirty="0" err="1"/>
              <a:t>fast</a:t>
            </a:r>
            <a:r>
              <a:rPr lang="nl-NL" dirty="0"/>
              <a:t> forward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782E4-0815-D305-F01E-94CF17BDE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50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702968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B5521-FE96-2D8E-AAC9-E456CE049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906791-312D-B6C3-7238-322AAA77E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BC890-C85C-62CE-25D9-3E33BCDCA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9A204-B3A3-D2DA-EC35-59464151B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51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05150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C836A-2400-1800-BBDF-FC1C9886D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C484B-1FBE-9C3D-211D-5CD0AE398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02488-0FF5-1E7D-7357-1E27689D4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</a:t>
            </a:r>
            <a:r>
              <a:rPr lang="nl-NL" dirty="0" err="1"/>
              <a:t>merge</a:t>
            </a:r>
            <a:r>
              <a:rPr lang="nl-NL" dirty="0"/>
              <a:t> no </a:t>
            </a:r>
            <a:r>
              <a:rPr lang="nl-NL" dirty="0" err="1"/>
              <a:t>fast</a:t>
            </a:r>
            <a:r>
              <a:rPr lang="nl-NL" dirty="0"/>
              <a:t> forward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345D3-1F62-267C-3B2A-76C62041D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52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976818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A9371-EC9A-8BB9-4B75-E333955DA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D1866D-85B9-87E6-FA61-AE6C0A06C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40029-8D9B-7F17-B3C5-B25661615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BF2DD-9A53-6CEF-BA58-D4F5120C5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53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1899506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A3002-20F7-C95A-B110-81D491D59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45DF8-3654-4DFC-3332-E502F975D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F3D333-D21B-AE11-280E-62ECEA157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8F4FC-BE70-263D-5F62-6A870865C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54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983809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D8B26-24C2-133B-842E-13312F0E8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6EEEF-B5B8-FDEA-537E-2A5EF153A5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1CB1F-3BF6-CB4A-A341-71149B8B2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</a:t>
            </a:r>
            <a:r>
              <a:rPr lang="nl-NL" dirty="0" err="1"/>
              <a:t>merge</a:t>
            </a:r>
            <a:r>
              <a:rPr lang="nl-NL" dirty="0"/>
              <a:t> </a:t>
            </a:r>
            <a:r>
              <a:rPr lang="nl-NL" dirty="0" err="1"/>
              <a:t>rebase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D80CA-C52D-CCAB-A67D-0A272730F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55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54014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1237E-7127-B56C-D7F5-7B97A0F22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3EE07-4AC1-E1D2-E90A-B950BDC6F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D1C42-C167-F4EA-B711-61CBCBE46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5021E-7DB4-D62C-D3F8-3FE094308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56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877441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C1340-B2A5-32AB-D379-AC4EE55A2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AEA31-9389-B061-D59D-3B7CE4DB1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4F251-E598-C521-E241-7D5D73E52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9552F-A59E-F828-F1E8-B3DCA803D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57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82352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344C3-BFA1-2DF5-BBF4-A936683AE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49576-52DA-651A-8DF0-C3CDEB743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0B321-BF22-D6F1-0CF3-A4DEE2CFF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A2E5D-5817-B482-CDD1-C690F8B69F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58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612791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2C483-A065-F063-5B6C-81A8A0D71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1ED29-A048-03D1-17D5-E234E75B36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1B6AB-37D3-4F8D-23EE-C624BA340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BB0ED-A0C6-02D8-AE43-5B7E556D1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59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6172488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9C3C4-26A4-B8A6-7FA3-84A51E6D1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8D984-5B37-8E22-79E8-43882E977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61004-01B9-B253-9D31-AD58DD992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CCE51-4DAA-DB45-27B4-8BECFCBD3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61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1748942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C263C-CC2A-5895-FF2E-0A1B158C5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01C68-BB0D-F2B8-DEDB-755169D6F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19565A-D819-44B4-1691-1D944D936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34D48-114E-48BC-3289-662C5A571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62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3613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B0F3D-21F1-D361-5F8B-6709324E7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72550-5C57-56CA-2F26-D0BA879EA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A3F10-D4B5-D2EC-4BD8-AC46CF82B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4E15C-A1F8-C20B-3187-544A1F93C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63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8210164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829EE-54E0-529B-AEE5-417B1BC4E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F5601-40DC-00AF-48E4-683C09075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B1CC6-6B66-4298-947B-B155441DB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8DCD5-EC33-941E-1A0E-660ADF0A5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64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672628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2A247-01CC-E0C7-C062-6D1F31076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7EC35E-64B1-12E8-C2CC-3571D807B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10FCFC-BB1B-0B1F-1A84-CC66E3609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</a:t>
            </a:r>
            <a:r>
              <a:rPr lang="nl-NL" dirty="0" err="1"/>
              <a:t>merge</a:t>
            </a:r>
            <a:r>
              <a:rPr lang="nl-NL" dirty="0"/>
              <a:t> </a:t>
            </a:r>
            <a:r>
              <a:rPr lang="nl-NL" dirty="0" err="1"/>
              <a:t>conflicts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66C72-3603-3B87-E709-207F91DD2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65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279286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E94E8-4000-FF6F-6E05-A377C4AD2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46A15-F421-B036-9374-343F42A1C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EBAEB-3A56-8B90-ACD7-CDC166FA5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7E8E6-0DDD-B97F-A0DD-5CC6AC40C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66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082747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018FC-CA76-F3AB-4A5E-B43BD02F1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7B44C-4602-78CD-2F49-028137F16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1833A-2923-DA72-96F5-433C9615F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8C38C-32F6-BDB3-B1E6-F9BE95E46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67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06190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2D241-03CD-F66B-8F73-3CAC55B14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64D1B-A973-3847-3E91-0CE7E7C59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A73F5-F8B5-5710-2DC5-696AA5BD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2AD8F-D1F0-0013-98B0-5F53C9B8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5D6E6-6577-2A62-3786-BC160042D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3535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5ECB-AB54-0283-C544-060853BD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598C7-A144-C045-760E-8D2BEB73F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AA8C3-D460-5FB9-BEF1-4B107863B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DD8C9-981B-68A4-FA03-2E7EC742C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4EE09-D031-B162-312B-D84AC359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848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268FD-4B23-D1C5-8A98-7C7573C06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42FD3-F45B-693C-BC8C-EE583529D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744C2-DC03-51D7-C490-EE7480C2E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2BAD9-9E13-E0C5-C044-050D16928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03286-1DED-EEE0-200D-D463623B1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5869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C716-70B1-4956-623D-BB1884FBA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3637C-9700-5EA7-E708-8CC7EA1D5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E7191-85E9-7180-A8B2-CE05EB3C6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04500-E98B-0B65-AE0E-8E3A53130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AE4F7-D675-8CE5-5297-5CE8654F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06D77-2113-B755-D825-9AC10085B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5696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4435-6EC5-C8F0-1458-0FD424974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B50F0-90F4-8EBF-85FA-FB50BA5BD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AB29FF-E988-BCD5-26D3-72A2542B2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76E652-0A53-1F5E-A2D3-63A4829CA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2DAE7B-8EF7-730B-6526-C0162F6B3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CAA4C-A4F1-5723-0770-713EDAE19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170581-1047-FE84-D78E-3E62A523F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D558D-55C7-4C10-BFE2-7612C5564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74842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256D-09B3-F7B7-3173-21876185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71C5F-4EB8-173F-B4D2-8CF23E47E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F32B3-AEF3-EAA2-F854-680DC9C7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8300D-6F27-4617-C0A7-0BD7921D9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341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E6FE86-8AAD-B43A-134E-4B68B568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01974-8F8A-3BD8-1A3B-53C39BCA6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705B2-0628-7719-E328-C7019F7F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61030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B594A-DFC2-B5D8-B0E4-F44F47CE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B0292-87DF-858D-1FA8-C1EE927DA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D80CC-4D84-3AE9-0B35-C27E33FD8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5B28C-33D6-8039-630D-B9F1EC3A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A531E-5FFA-D204-5F1B-37806AD2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6CC9B-46C4-60CC-D35A-59F9F306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4516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0F88-70DD-AD9F-4E44-45D44087F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1D932A-9C26-05B4-32D0-3FE165A33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1F30C-3886-DE65-EDE4-8C37F631F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7D30D-18AE-1F87-AFA5-484D8C3D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578AF-A060-D3BD-F2EA-5E48BF0DF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776DD-8DE5-1525-C107-C6B823E8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746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9CCA-8BA8-9DF4-C382-292734AB9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E17F0-E053-74A1-912D-AF910B21B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F8707-6C42-1B5F-68D0-01EB4C4E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32ADD-8AA1-44C7-10D2-16EEC8BB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55E38-9898-8533-EEE4-5769BECC3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66920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C3836-BD47-52DC-6880-ED7139D79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B849A1-250C-AC54-45CF-1F7269E9D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7E283-D917-456A-9C51-03B2561D3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48697-F252-3A77-2A44-80949825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20A23-9480-351A-8CC9-D41184BE0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00743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1D996F-28E0-EE48-1A60-DD6C87C2C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33049-5EA4-FE91-AD3D-3E8221A58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FFAA-1188-E7B0-B675-622693A11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B069A-003F-4FC0-8534-236B0C5C7B5F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55ACD-263D-BC57-40AE-29769CF91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62DF2-3BF7-0A3B-2578-57CA00478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5935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6.svg"/><Relationship Id="rId4" Type="http://schemas.openxmlformats.org/officeDocument/2006/relationships/image" Target="../media/image4.sv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8596B-E8A7-AF6B-F232-B6BEDDB43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Git - Cursus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6EAA2-FB69-19A9-52CE-B06A78AAEE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noProof="0" dirty="0"/>
              <a:t>2026</a:t>
            </a:r>
          </a:p>
          <a:p>
            <a:endParaRPr lang="nl-NL" dirty="0"/>
          </a:p>
          <a:p>
            <a:endParaRPr lang="nl-NL" dirty="0"/>
          </a:p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clone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https://github.com/LFKoning/git-cursus</a:t>
            </a:r>
          </a:p>
        </p:txBody>
      </p:sp>
    </p:spTree>
    <p:extLst>
      <p:ext uri="{BB962C8B-B14F-4D97-AF65-F5344CB8AC3E}">
        <p14:creationId xmlns:p14="http://schemas.microsoft.com/office/powerpoint/2010/main" val="3847969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l-NL" sz="2000" noProof="0" dirty="0"/>
              <a:t>Introductie</a:t>
            </a:r>
          </a:p>
          <a:p>
            <a:pPr>
              <a:spcAft>
                <a:spcPts val="600"/>
              </a:spcAft>
            </a:pPr>
            <a:r>
              <a:rPr lang="nl-NL" sz="2000" dirty="0"/>
              <a:t>In de praktijk</a:t>
            </a:r>
            <a:endParaRPr lang="nl-NL" sz="2000" noProof="0" dirty="0"/>
          </a:p>
          <a:p>
            <a:pPr>
              <a:spcAft>
                <a:spcPts val="600"/>
              </a:spcAft>
            </a:pPr>
            <a:r>
              <a:rPr lang="nl-NL" sz="2000" noProof="0" dirty="0"/>
              <a:t>Onder de motorkap</a:t>
            </a:r>
          </a:p>
          <a:p>
            <a:pPr>
              <a:spcAft>
                <a:spcPts val="600"/>
              </a:spcAft>
            </a:pPr>
            <a:r>
              <a:rPr lang="nl-NL" sz="2000" dirty="0"/>
              <a:t>Wijzigingen beheren</a:t>
            </a:r>
          </a:p>
          <a:p>
            <a:pPr>
              <a:spcAft>
                <a:spcPts val="600"/>
              </a:spcAft>
            </a:pPr>
            <a:r>
              <a:rPr lang="nl-NL" sz="2000" dirty="0"/>
              <a:t>Branches</a:t>
            </a:r>
          </a:p>
          <a:p>
            <a:pPr>
              <a:spcAft>
                <a:spcPts val="600"/>
              </a:spcAft>
            </a:pPr>
            <a:r>
              <a:rPr lang="nl-NL" sz="2000" dirty="0"/>
              <a:t>Mergen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D1F773-09F8-033D-B9E0-51794CE19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652" y="1226003"/>
            <a:ext cx="3491640" cy="472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11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C925CA-BCA3-3701-E08E-95652380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Introductie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31C95-91AF-DF13-FB58-0DA5F2D9F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6640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Wat is git?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6076406" cy="4720696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Systeem om versies te beheren.</a:t>
            </a:r>
          </a:p>
          <a:p>
            <a:pPr>
              <a:buFontTx/>
              <a:buChar char="-"/>
            </a:pPr>
            <a:endParaRPr lang="nl-NL" sz="1800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Versies </a:t>
            </a:r>
            <a:r>
              <a:rPr lang="nl-NL" sz="1800" u="sng" noProof="0" dirty="0">
                <a:cs typeface="Courier New" panose="02070309020205020404" pitchFamily="49" charset="0"/>
              </a:rPr>
              <a:t>handmatig</a:t>
            </a:r>
            <a:r>
              <a:rPr lang="nl-NL" sz="1800" noProof="0" dirty="0">
                <a:cs typeface="Courier New" panose="02070309020205020404" pitchFamily="49" charset="0"/>
              </a:rPr>
              <a:t> vastgelegd op </a:t>
            </a:r>
            <a:r>
              <a:rPr lang="nl-NL" sz="1800" u="sng" noProof="0" dirty="0">
                <a:cs typeface="Courier New" panose="02070309020205020404" pitchFamily="49" charset="0"/>
              </a:rPr>
              <a:t>tijdslijnen</a:t>
            </a:r>
            <a:r>
              <a:rPr lang="nl-NL" sz="1800" noProof="0" dirty="0">
                <a:cs typeface="Courier New" panose="02070309020205020404" pitchFamily="49" charset="0"/>
              </a:rPr>
              <a:t>.</a:t>
            </a:r>
          </a:p>
          <a:p>
            <a:pPr>
              <a:buFontTx/>
              <a:buChar char="-"/>
            </a:pPr>
            <a:endParaRPr lang="nl-NL" sz="1800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Vooral geschikt voor t</a:t>
            </a:r>
            <a:r>
              <a:rPr lang="nl-NL" sz="1800" u="sng" noProof="0" dirty="0">
                <a:cs typeface="Courier New" panose="02070309020205020404" pitchFamily="49" charset="0"/>
              </a:rPr>
              <a:t>ekstbestanden</a:t>
            </a:r>
            <a:r>
              <a:rPr lang="nl-NL" sz="1800" noProof="0" dirty="0">
                <a:cs typeface="Courier New" panose="02070309020205020404" pitchFamily="49" charset="0"/>
              </a:rPr>
              <a:t>.</a:t>
            </a:r>
          </a:p>
          <a:p>
            <a:pPr>
              <a:buFontTx/>
              <a:buChar char="-"/>
            </a:pPr>
            <a:endParaRPr lang="nl-NL" sz="1800" u="sng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Data </a:t>
            </a:r>
            <a:r>
              <a:rPr lang="nl-NL" sz="1800" u="sng" noProof="0" dirty="0">
                <a:cs typeface="Courier New" panose="02070309020205020404" pitchFamily="49" charset="0"/>
              </a:rPr>
              <a:t>integriteit</a:t>
            </a:r>
            <a:r>
              <a:rPr lang="nl-NL" sz="1800" noProof="0" dirty="0">
                <a:cs typeface="Courier New" panose="02070309020205020404" pitchFamily="49" charset="0"/>
              </a:rPr>
              <a:t> ingebouwd in het systeem.</a:t>
            </a:r>
          </a:p>
          <a:p>
            <a:pPr>
              <a:buFontTx/>
              <a:buChar char="-"/>
            </a:pPr>
            <a:endParaRPr lang="nl-NL" sz="1800" u="sng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1800" u="sng" noProof="0" dirty="0">
                <a:cs typeface="Courier New" panose="02070309020205020404" pitchFamily="49" charset="0"/>
              </a:rPr>
              <a:t>Gedistribueerd</a:t>
            </a:r>
            <a:r>
              <a:rPr lang="nl-NL" sz="1800" noProof="0" dirty="0">
                <a:cs typeface="Courier New" panose="02070309020205020404" pitchFamily="49" charset="0"/>
              </a:rPr>
              <a:t>; versies zijn eenvoudig te delen.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E3E376-AEDC-68AE-167D-F19AD78B9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515" y="1083734"/>
            <a:ext cx="2967446" cy="459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676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ADB77-0861-C20D-71CB-B47CE0ABE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C2F60-8645-A181-72B1-F398C4DC1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Waarom git?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CD5AA-674F-99AA-0ADF-441C1A41C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6076406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Goed versiebeheer is cruciaal:</a:t>
            </a: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Vangnet tegen fouten!</a:t>
            </a:r>
          </a:p>
          <a:p>
            <a:pPr>
              <a:buFontTx/>
              <a:buChar char="-"/>
            </a:pPr>
            <a:endParaRPr lang="nl-NL" sz="180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Wijzigingen maken veel minder riskant.</a:t>
            </a: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Samenwerken wordt </a:t>
            </a:r>
            <a:r>
              <a:rPr lang="nl-NL" sz="1800" u="sng" noProof="0" dirty="0">
                <a:cs typeface="Courier New" panose="02070309020205020404" pitchFamily="49" charset="0"/>
              </a:rPr>
              <a:t>veel</a:t>
            </a:r>
            <a:r>
              <a:rPr lang="nl-NL" sz="1800" noProof="0" dirty="0">
                <a:cs typeface="Courier New" panose="02070309020205020404" pitchFamily="49" charset="0"/>
              </a:rPr>
              <a:t> eenvoudiger.</a:t>
            </a:r>
          </a:p>
          <a:p>
            <a:pPr>
              <a:buFontTx/>
              <a:buChar char="-"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nl-NL" sz="1800" b="1" dirty="0">
                <a:cs typeface="Courier New" panose="02070309020205020404" pitchFamily="49" charset="0"/>
              </a:rPr>
              <a:t>Let op: Eens in git, is altijd in git!</a:t>
            </a:r>
          </a:p>
          <a:p>
            <a:pPr>
              <a:buFontTx/>
              <a:buChar char="-"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7580C3-9C1B-EB44-8B80-6AD82AD7C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515" y="1083734"/>
            <a:ext cx="2967446" cy="459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933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978E14DE-00F9-D487-739B-CE5126BC54BB}"/>
              </a:ext>
            </a:extLst>
          </p:cNvPr>
          <p:cNvSpPr txBox="1"/>
          <p:nvPr/>
        </p:nvSpPr>
        <p:spPr>
          <a:xfrm>
            <a:off x="4907276" y="3615298"/>
            <a:ext cx="5098682" cy="16144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nl-NL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endParaRPr lang="nl-NL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 noProof="0" dirty="0"/>
          </a:p>
          <a:p>
            <a:pPr marL="285750" indent="-285750">
              <a:buFontTx/>
              <a:buChar char="-"/>
            </a:pPr>
            <a:r>
              <a:rPr lang="nl-NL" noProof="0" dirty="0"/>
              <a:t>Nieuwe tijdslijn voor opslag van versies.</a:t>
            </a:r>
          </a:p>
          <a:p>
            <a:pPr marL="285750" indent="-285750">
              <a:buFontTx/>
              <a:buChar char="-"/>
            </a:pPr>
            <a:r>
              <a:rPr lang="nl-NL" noProof="0" dirty="0"/>
              <a:t>Maakt repository aan in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work_dir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/.git</a:t>
            </a:r>
            <a:r>
              <a:rPr lang="nl-NL" noProof="0" dirty="0"/>
              <a:t>.</a:t>
            </a:r>
          </a:p>
          <a:p>
            <a:pPr marL="285750" indent="-285750">
              <a:buFontTx/>
              <a:buChar char="-"/>
            </a:pPr>
            <a:r>
              <a:rPr lang="nl-NL" noProof="0" dirty="0"/>
              <a:t>Houdt wijzigingen bij in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work_dir</a:t>
            </a:r>
            <a:r>
              <a:rPr lang="nl-NL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Hoe werkt het?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A47336-8B58-CFC1-C2EA-660D4B86DB6F}"/>
              </a:ext>
            </a:extLst>
          </p:cNvPr>
          <p:cNvSpPr txBox="1"/>
          <p:nvPr/>
        </p:nvSpPr>
        <p:spPr>
          <a:xfrm>
            <a:off x="4907275" y="1349829"/>
            <a:ext cx="6004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000" noProof="0" dirty="0"/>
              <a:t>Tijdslijn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EAE9799-E6A2-3F21-584D-FE4CE1996FA1}"/>
              </a:ext>
            </a:extLst>
          </p:cNvPr>
          <p:cNvGrpSpPr/>
          <p:nvPr/>
        </p:nvGrpSpPr>
        <p:grpSpPr>
          <a:xfrm>
            <a:off x="838200" y="1845602"/>
            <a:ext cx="1674455" cy="576000"/>
            <a:chOff x="957943" y="3152171"/>
            <a:chExt cx="1674455" cy="576000"/>
          </a:xfrm>
        </p:grpSpPr>
        <p:pic>
          <p:nvPicPr>
            <p:cNvPr id="11" name="Graphic 10" descr="Folder">
              <a:extLst>
                <a:ext uri="{FF2B5EF4-FFF2-40B4-BE49-F238E27FC236}">
                  <a16:creationId xmlns:a16="http://schemas.microsoft.com/office/drawing/2014/main" id="{77E24A7E-8DFF-E7E6-2B32-BA06BAC77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7D8FCF5-47CC-4C90-CA9F-04A41B9CB6EA}"/>
                </a:ext>
              </a:extLst>
            </p:cNvPr>
            <p:cNvSpPr txBox="1"/>
            <p:nvPr/>
          </p:nvSpPr>
          <p:spPr>
            <a:xfrm>
              <a:off x="1608271" y="3255505"/>
              <a:ext cx="1024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 err="1"/>
                <a:t>work_dir</a:t>
              </a:r>
              <a:endParaRPr lang="nl-NL" noProof="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2B817E4-DDA9-62F6-0925-B8DC37120B61}"/>
              </a:ext>
            </a:extLst>
          </p:cNvPr>
          <p:cNvGrpSpPr/>
          <p:nvPr/>
        </p:nvGrpSpPr>
        <p:grpSpPr>
          <a:xfrm>
            <a:off x="1126200" y="2442450"/>
            <a:ext cx="1223818" cy="576000"/>
            <a:chOff x="957943" y="3152171"/>
            <a:chExt cx="1223818" cy="576000"/>
          </a:xfrm>
        </p:grpSpPr>
        <p:pic>
          <p:nvPicPr>
            <p:cNvPr id="9" name="Graphic 8" descr="Folder">
              <a:extLst>
                <a:ext uri="{FF2B5EF4-FFF2-40B4-BE49-F238E27FC236}">
                  <a16:creationId xmlns:a16="http://schemas.microsoft.com/office/drawing/2014/main" id="{DC985B7E-A343-D243-E6C8-20C6BDA27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2AE3E3-9778-6FA6-B55F-48275428BDFF}"/>
                </a:ext>
              </a:extLst>
            </p:cNvPr>
            <p:cNvSpPr txBox="1"/>
            <p:nvPr/>
          </p:nvSpPr>
          <p:spPr>
            <a:xfrm>
              <a:off x="1608271" y="3255505"/>
              <a:ext cx="573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/>
                <a:t>.git/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C472C79-CE6E-12E3-B5DD-81F0AAC3555D}"/>
              </a:ext>
            </a:extLst>
          </p:cNvPr>
          <p:cNvCxnSpPr>
            <a:cxnSpLocks/>
          </p:cNvCxnSpPr>
          <p:nvPr/>
        </p:nvCxnSpPr>
        <p:spPr>
          <a:xfrm>
            <a:off x="5075083" y="2133602"/>
            <a:ext cx="5836758" cy="0"/>
          </a:xfrm>
          <a:prstGeom prst="straightConnector1">
            <a:avLst/>
          </a:prstGeom>
          <a:ln>
            <a:headEnd type="oval" w="lg" len="lg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FE3712-55FE-278A-9217-97F200BB113D}"/>
              </a:ext>
            </a:extLst>
          </p:cNvPr>
          <p:cNvCxnSpPr>
            <a:cxnSpLocks/>
          </p:cNvCxnSpPr>
          <p:nvPr/>
        </p:nvCxnSpPr>
        <p:spPr>
          <a:xfrm flipV="1">
            <a:off x="5075083" y="2298450"/>
            <a:ext cx="0" cy="1316848"/>
          </a:xfrm>
          <a:prstGeom prst="straightConnector1">
            <a:avLst/>
          </a:prstGeom>
          <a:ln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354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B1626-36E7-B1F1-A19C-E9E3C6F56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7EF89-0D1E-B616-35EE-ACF310A4D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Hoe werkt het?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90736CA-E4D9-30CC-EC9C-59698CFC1C2D}"/>
              </a:ext>
            </a:extLst>
          </p:cNvPr>
          <p:cNvCxnSpPr>
            <a:cxnSpLocks/>
          </p:cNvCxnSpPr>
          <p:nvPr/>
        </p:nvCxnSpPr>
        <p:spPr>
          <a:xfrm>
            <a:off x="5075083" y="2133602"/>
            <a:ext cx="5836758" cy="0"/>
          </a:xfrm>
          <a:prstGeom prst="straightConnector1">
            <a:avLst/>
          </a:prstGeom>
          <a:ln>
            <a:headEnd type="oval" w="lg" len="lg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C332B41-8F29-F2A9-1908-43C547E916AE}"/>
              </a:ext>
            </a:extLst>
          </p:cNvPr>
          <p:cNvSpPr txBox="1"/>
          <p:nvPr/>
        </p:nvSpPr>
        <p:spPr>
          <a:xfrm>
            <a:off x="4907275" y="1349829"/>
            <a:ext cx="6004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000" noProof="0" dirty="0"/>
              <a:t>Tijdslijn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683E5F-DE3D-23B5-1E20-9B9831004D42}"/>
              </a:ext>
            </a:extLst>
          </p:cNvPr>
          <p:cNvGrpSpPr/>
          <p:nvPr/>
        </p:nvGrpSpPr>
        <p:grpSpPr>
          <a:xfrm>
            <a:off x="838200" y="1845602"/>
            <a:ext cx="1674455" cy="576000"/>
            <a:chOff x="957943" y="3152171"/>
            <a:chExt cx="1674455" cy="576000"/>
          </a:xfrm>
        </p:grpSpPr>
        <p:pic>
          <p:nvPicPr>
            <p:cNvPr id="11" name="Graphic 10" descr="Folder">
              <a:extLst>
                <a:ext uri="{FF2B5EF4-FFF2-40B4-BE49-F238E27FC236}">
                  <a16:creationId xmlns:a16="http://schemas.microsoft.com/office/drawing/2014/main" id="{68C24344-7E1B-EC35-85DB-4D354C2B7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B26BFEB-C451-CEEA-BC5E-B78098FB0D06}"/>
                </a:ext>
              </a:extLst>
            </p:cNvPr>
            <p:cNvSpPr txBox="1"/>
            <p:nvPr/>
          </p:nvSpPr>
          <p:spPr>
            <a:xfrm>
              <a:off x="1608271" y="3255505"/>
              <a:ext cx="1024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 err="1"/>
                <a:t>work_dir</a:t>
              </a:r>
              <a:endParaRPr lang="nl-NL" noProof="0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A77F11D4-E2C7-7CAC-0516-F99D3D9F9332}"/>
              </a:ext>
            </a:extLst>
          </p:cNvPr>
          <p:cNvSpPr txBox="1"/>
          <p:nvPr/>
        </p:nvSpPr>
        <p:spPr>
          <a:xfrm>
            <a:off x="4907276" y="3615298"/>
            <a:ext cx="5098682" cy="16144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git status</a:t>
            </a:r>
          </a:p>
          <a:p>
            <a:endParaRPr lang="nl-NL" dirty="0"/>
          </a:p>
          <a:p>
            <a:pPr marL="285750" indent="-285750">
              <a:buFontTx/>
              <a:buChar char="-"/>
            </a:pPr>
            <a:r>
              <a:rPr lang="nl-NL" dirty="0"/>
              <a:t>Toont wijzigingen in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work_dir</a:t>
            </a:r>
            <a:r>
              <a:rPr lang="nl-NL" dirty="0"/>
              <a:t>.</a:t>
            </a:r>
          </a:p>
          <a:p>
            <a:pPr marL="285750" indent="-285750">
              <a:buFontTx/>
              <a:buChar char="-"/>
            </a:pPr>
            <a:r>
              <a:rPr lang="nl-NL" dirty="0"/>
              <a:t>Nieuwe, gewijzigde of verwijderde bestanden.</a:t>
            </a:r>
          </a:p>
          <a:p>
            <a:pPr marL="285750" indent="-285750">
              <a:buFontTx/>
              <a:buChar char="-"/>
            </a:pPr>
            <a:r>
              <a:rPr lang="nl-NL" dirty="0"/>
              <a:t>Alleen bestanden, geen folders.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623DA33-768C-8E7E-C66E-3F9ADB072BB8}"/>
              </a:ext>
            </a:extLst>
          </p:cNvPr>
          <p:cNvCxnSpPr>
            <a:cxnSpLocks/>
          </p:cNvCxnSpPr>
          <p:nvPr/>
        </p:nvCxnSpPr>
        <p:spPr>
          <a:xfrm flipV="1">
            <a:off x="5075083" y="2298450"/>
            <a:ext cx="0" cy="1316848"/>
          </a:xfrm>
          <a:prstGeom prst="straightConnector1">
            <a:avLst/>
          </a:prstGeom>
          <a:ln>
            <a:headEnd type="none" w="lg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631A1C97-F0D0-374C-0913-FCC9C99FE6C7}"/>
              </a:ext>
            </a:extLst>
          </p:cNvPr>
          <p:cNvGrpSpPr/>
          <p:nvPr/>
        </p:nvGrpSpPr>
        <p:grpSpPr>
          <a:xfrm>
            <a:off x="1126200" y="2442450"/>
            <a:ext cx="1223818" cy="576000"/>
            <a:chOff x="957943" y="3152171"/>
            <a:chExt cx="1223818" cy="576000"/>
          </a:xfrm>
        </p:grpSpPr>
        <p:pic>
          <p:nvPicPr>
            <p:cNvPr id="9" name="Graphic 8" descr="Folder">
              <a:extLst>
                <a:ext uri="{FF2B5EF4-FFF2-40B4-BE49-F238E27FC236}">
                  <a16:creationId xmlns:a16="http://schemas.microsoft.com/office/drawing/2014/main" id="{C1A5F811-40FF-2B59-E3F4-06CC36392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C7908D2-3574-1D2C-69FA-546B69BAA0B3}"/>
                </a:ext>
              </a:extLst>
            </p:cNvPr>
            <p:cNvSpPr txBox="1"/>
            <p:nvPr/>
          </p:nvSpPr>
          <p:spPr>
            <a:xfrm>
              <a:off x="1608271" y="3255505"/>
              <a:ext cx="573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/>
                <a:t>.git/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030CB9E-73DD-9D78-1902-DCB4B43517EE}"/>
              </a:ext>
            </a:extLst>
          </p:cNvPr>
          <p:cNvGrpSpPr/>
          <p:nvPr/>
        </p:nvGrpSpPr>
        <p:grpSpPr>
          <a:xfrm>
            <a:off x="1175120" y="3739480"/>
            <a:ext cx="1498087" cy="478159"/>
            <a:chOff x="1175120" y="3070005"/>
            <a:chExt cx="1498087" cy="478159"/>
          </a:xfrm>
        </p:grpSpPr>
        <p:pic>
          <p:nvPicPr>
            <p:cNvPr id="3" name="Graphic 2" descr="Document">
              <a:extLst>
                <a:ext uri="{FF2B5EF4-FFF2-40B4-BE49-F238E27FC236}">
                  <a16:creationId xmlns:a16="http://schemas.microsoft.com/office/drawing/2014/main" id="{56ED6B0D-C31D-F10A-DE1B-B04591A52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75120" y="3070005"/>
              <a:ext cx="478159" cy="478159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96B5E08-CC44-AF26-173A-1F25AAF1DFAC}"/>
                </a:ext>
              </a:extLst>
            </p:cNvPr>
            <p:cNvSpPr txBox="1"/>
            <p:nvPr/>
          </p:nvSpPr>
          <p:spPr>
            <a:xfrm>
              <a:off x="1723460" y="3142632"/>
              <a:ext cx="949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>
                  <a:solidFill>
                    <a:schemeClr val="accent6">
                      <a:lumMod val="75000"/>
                    </a:schemeClr>
                  </a:solidFill>
                </a:rPr>
                <a:t>main.py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6B80513-3BAD-686C-391D-230901DDF7DD}"/>
              </a:ext>
            </a:extLst>
          </p:cNvPr>
          <p:cNvGrpSpPr/>
          <p:nvPr/>
        </p:nvGrpSpPr>
        <p:grpSpPr>
          <a:xfrm>
            <a:off x="1126200" y="3039298"/>
            <a:ext cx="2149841" cy="576000"/>
            <a:chOff x="957943" y="3152171"/>
            <a:chExt cx="2149841" cy="576000"/>
          </a:xfrm>
        </p:grpSpPr>
        <p:pic>
          <p:nvPicPr>
            <p:cNvPr id="15" name="Graphic 14" descr="Folder">
              <a:extLst>
                <a:ext uri="{FF2B5EF4-FFF2-40B4-BE49-F238E27FC236}">
                  <a16:creationId xmlns:a16="http://schemas.microsoft.com/office/drawing/2014/main" id="{271C5E2D-B47C-ECAD-6EA1-98B09234C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58578AA-5275-84CE-D4CC-AD412BB4422C}"/>
                </a:ext>
              </a:extLst>
            </p:cNvPr>
            <p:cNvSpPr txBox="1"/>
            <p:nvPr/>
          </p:nvSpPr>
          <p:spPr>
            <a:xfrm>
              <a:off x="1608271" y="3255505"/>
              <a:ext cx="14995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>
                  <a:solidFill>
                    <a:schemeClr val="accent6">
                      <a:lumMod val="75000"/>
                    </a:schemeClr>
                  </a:solidFill>
                </a:rPr>
                <a:t>__</a:t>
              </a:r>
              <a:r>
                <a:rPr lang="nl-NL" noProof="0" dirty="0" err="1">
                  <a:solidFill>
                    <a:schemeClr val="accent6">
                      <a:lumMod val="75000"/>
                    </a:schemeClr>
                  </a:solidFill>
                </a:rPr>
                <a:t>pycache</a:t>
              </a:r>
              <a:r>
                <a:rPr lang="nl-NL" noProof="0" dirty="0">
                  <a:solidFill>
                    <a:schemeClr val="accent6">
                      <a:lumMod val="75000"/>
                    </a:schemeClr>
                  </a:solidFill>
                </a:rPr>
                <a:t>__/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180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F8267-9DAC-E7C5-742E-A32D35035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04B2D-3D5B-7764-0765-76B97F802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Hoe werkt het?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1CC0A6-D3B0-432E-4DF1-F113AB967BB6}"/>
              </a:ext>
            </a:extLst>
          </p:cNvPr>
          <p:cNvSpPr txBox="1"/>
          <p:nvPr/>
        </p:nvSpPr>
        <p:spPr>
          <a:xfrm>
            <a:off x="4907275" y="1349829"/>
            <a:ext cx="6004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000" noProof="0" dirty="0"/>
              <a:t>Tijdslijn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7C6EFE5-0CA8-F8FC-7C8C-7B2F4ED9DF33}"/>
              </a:ext>
            </a:extLst>
          </p:cNvPr>
          <p:cNvGrpSpPr/>
          <p:nvPr/>
        </p:nvGrpSpPr>
        <p:grpSpPr>
          <a:xfrm>
            <a:off x="838200" y="1845602"/>
            <a:ext cx="1674455" cy="576000"/>
            <a:chOff x="957943" y="3152171"/>
            <a:chExt cx="1674455" cy="576000"/>
          </a:xfrm>
        </p:grpSpPr>
        <p:pic>
          <p:nvPicPr>
            <p:cNvPr id="11" name="Graphic 10" descr="Folder">
              <a:extLst>
                <a:ext uri="{FF2B5EF4-FFF2-40B4-BE49-F238E27FC236}">
                  <a16:creationId xmlns:a16="http://schemas.microsoft.com/office/drawing/2014/main" id="{7D73978B-DA35-C266-47E7-5B8239188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36BF5F-8A2F-36F7-54A0-2076D3A35996}"/>
                </a:ext>
              </a:extLst>
            </p:cNvPr>
            <p:cNvSpPr txBox="1"/>
            <p:nvPr/>
          </p:nvSpPr>
          <p:spPr>
            <a:xfrm>
              <a:off x="1608271" y="3255505"/>
              <a:ext cx="1024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 err="1"/>
                <a:t>work_dir</a:t>
              </a:r>
              <a:endParaRPr lang="nl-NL" noProof="0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5C109A6-9361-4385-19D6-F97A88BCC8D7}"/>
              </a:ext>
            </a:extLst>
          </p:cNvPr>
          <p:cNvSpPr txBox="1"/>
          <p:nvPr/>
        </p:nvSpPr>
        <p:spPr>
          <a:xfrm>
            <a:off x="5444121" y="4422062"/>
            <a:ext cx="5098682" cy="16144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nl-NL" dirty="0"/>
          </a:p>
          <a:p>
            <a:pPr marL="285750" indent="-285750">
              <a:buFontTx/>
              <a:buChar char="-"/>
            </a:pPr>
            <a:r>
              <a:rPr lang="nl-NL" dirty="0"/>
              <a:t>Selecteer welke wijzigingen je wilt vastleggen.</a:t>
            </a:r>
          </a:p>
          <a:p>
            <a:pPr marL="285750" indent="-285750">
              <a:buFontTx/>
              <a:buChar char="-"/>
            </a:pPr>
            <a:r>
              <a:rPr lang="nl-NL" dirty="0"/>
              <a:t>Toegevoegd aan staging area / index.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F9153C7-A22A-4622-4BF9-7ABDEC7350A2}"/>
              </a:ext>
            </a:extLst>
          </p:cNvPr>
          <p:cNvGrpSpPr/>
          <p:nvPr/>
        </p:nvGrpSpPr>
        <p:grpSpPr>
          <a:xfrm>
            <a:off x="1126200" y="2442450"/>
            <a:ext cx="1223818" cy="576000"/>
            <a:chOff x="957943" y="3152171"/>
            <a:chExt cx="1223818" cy="576000"/>
          </a:xfrm>
        </p:grpSpPr>
        <p:pic>
          <p:nvPicPr>
            <p:cNvPr id="9" name="Graphic 8" descr="Folder">
              <a:extLst>
                <a:ext uri="{FF2B5EF4-FFF2-40B4-BE49-F238E27FC236}">
                  <a16:creationId xmlns:a16="http://schemas.microsoft.com/office/drawing/2014/main" id="{F9BA1386-3E76-453B-7332-30CA58B6A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F901359-1E22-832B-CD04-3ECED60A8960}"/>
                </a:ext>
              </a:extLst>
            </p:cNvPr>
            <p:cNvSpPr txBox="1"/>
            <p:nvPr/>
          </p:nvSpPr>
          <p:spPr>
            <a:xfrm>
              <a:off x="1608271" y="3255505"/>
              <a:ext cx="573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/>
                <a:t>.git/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6B5A595-8E0E-81DE-E93B-DB91574A0356}"/>
              </a:ext>
            </a:extLst>
          </p:cNvPr>
          <p:cNvGrpSpPr/>
          <p:nvPr/>
        </p:nvGrpSpPr>
        <p:grpSpPr>
          <a:xfrm>
            <a:off x="1175120" y="3739480"/>
            <a:ext cx="1498087" cy="478159"/>
            <a:chOff x="1175120" y="3070005"/>
            <a:chExt cx="1498087" cy="478159"/>
          </a:xfrm>
        </p:grpSpPr>
        <p:pic>
          <p:nvPicPr>
            <p:cNvPr id="3" name="Graphic 2" descr="Document">
              <a:extLst>
                <a:ext uri="{FF2B5EF4-FFF2-40B4-BE49-F238E27FC236}">
                  <a16:creationId xmlns:a16="http://schemas.microsoft.com/office/drawing/2014/main" id="{91DEEF43-0944-38BC-1B3C-335908FFB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75120" y="3070005"/>
              <a:ext cx="478159" cy="478159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98166D1-C119-E760-7B29-0DD5A8CF2BDA}"/>
                </a:ext>
              </a:extLst>
            </p:cNvPr>
            <p:cNvSpPr txBox="1"/>
            <p:nvPr/>
          </p:nvSpPr>
          <p:spPr>
            <a:xfrm>
              <a:off x="1723460" y="3142632"/>
              <a:ext cx="949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>
                  <a:solidFill>
                    <a:schemeClr val="accent6">
                      <a:lumMod val="75000"/>
                    </a:schemeClr>
                  </a:solidFill>
                </a:rPr>
                <a:t>main.py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60936D-BEC0-5B37-87B6-BE9667D06DD6}"/>
              </a:ext>
            </a:extLst>
          </p:cNvPr>
          <p:cNvGrpSpPr/>
          <p:nvPr/>
        </p:nvGrpSpPr>
        <p:grpSpPr>
          <a:xfrm>
            <a:off x="1126200" y="3039298"/>
            <a:ext cx="2149841" cy="576000"/>
            <a:chOff x="957943" y="3152171"/>
            <a:chExt cx="2149841" cy="576000"/>
          </a:xfrm>
        </p:grpSpPr>
        <p:pic>
          <p:nvPicPr>
            <p:cNvPr id="15" name="Graphic 14" descr="Folder">
              <a:extLst>
                <a:ext uri="{FF2B5EF4-FFF2-40B4-BE49-F238E27FC236}">
                  <a16:creationId xmlns:a16="http://schemas.microsoft.com/office/drawing/2014/main" id="{8804F735-9983-9FF3-55BE-E2BBD2C90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3D3D150-3D96-FF0F-9C8D-346FCB4EE598}"/>
                </a:ext>
              </a:extLst>
            </p:cNvPr>
            <p:cNvSpPr txBox="1"/>
            <p:nvPr/>
          </p:nvSpPr>
          <p:spPr>
            <a:xfrm>
              <a:off x="1608271" y="3255505"/>
              <a:ext cx="14995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>
                  <a:solidFill>
                    <a:schemeClr val="accent6">
                      <a:lumMod val="75000"/>
                    </a:schemeClr>
                  </a:solidFill>
                </a:rPr>
                <a:t>__</a:t>
              </a:r>
              <a:r>
                <a:rPr lang="nl-NL" noProof="0" dirty="0" err="1">
                  <a:solidFill>
                    <a:schemeClr val="accent6">
                      <a:lumMod val="75000"/>
                    </a:schemeClr>
                  </a:solidFill>
                </a:rPr>
                <a:t>pycache</a:t>
              </a:r>
              <a:r>
                <a:rPr lang="nl-NL" noProof="0" dirty="0">
                  <a:solidFill>
                    <a:schemeClr val="accent6">
                      <a:lumMod val="75000"/>
                    </a:schemeClr>
                  </a:solidFill>
                </a:rPr>
                <a:t>__/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773A54D-3BBB-BD48-D121-A117B549EDAF}"/>
              </a:ext>
            </a:extLst>
          </p:cNvPr>
          <p:cNvGrpSpPr/>
          <p:nvPr/>
        </p:nvGrpSpPr>
        <p:grpSpPr>
          <a:xfrm>
            <a:off x="5444121" y="2693887"/>
            <a:ext cx="5098682" cy="1369326"/>
            <a:chOff x="5316790" y="2457969"/>
            <a:chExt cx="5098682" cy="136932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A73DBDA-515C-C5E2-7FB7-8BE0662AADD3}"/>
                </a:ext>
              </a:extLst>
            </p:cNvPr>
            <p:cNvSpPr/>
            <p:nvPr/>
          </p:nvSpPr>
          <p:spPr>
            <a:xfrm>
              <a:off x="5316790" y="2457969"/>
              <a:ext cx="5098682" cy="13693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b="1" dirty="0"/>
                <a:t>staging area / index</a:t>
              </a:r>
            </a:p>
            <a:p>
              <a:pPr algn="ctr"/>
              <a:endParaRPr lang="en-US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95E7EE6-9BDC-2006-5558-064E13D4F8C8}"/>
                </a:ext>
              </a:extLst>
            </p:cNvPr>
            <p:cNvGrpSpPr/>
            <p:nvPr/>
          </p:nvGrpSpPr>
          <p:grpSpPr>
            <a:xfrm>
              <a:off x="7160513" y="3059522"/>
              <a:ext cx="1498087" cy="478159"/>
              <a:chOff x="1175120" y="3070005"/>
              <a:chExt cx="1498087" cy="478159"/>
            </a:xfrm>
          </p:grpSpPr>
          <p:pic>
            <p:nvPicPr>
              <p:cNvPr id="19" name="Graphic 18" descr="Document">
                <a:extLst>
                  <a:ext uri="{FF2B5EF4-FFF2-40B4-BE49-F238E27FC236}">
                    <a16:creationId xmlns:a16="http://schemas.microsoft.com/office/drawing/2014/main" id="{84E266C6-3E71-3F2A-AA13-CB3EE3DB87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75120" y="3070005"/>
                <a:ext cx="478159" cy="478159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AB06AB0-CA1B-218A-7322-90370215878B}"/>
                  </a:ext>
                </a:extLst>
              </p:cNvPr>
              <p:cNvSpPr txBox="1"/>
              <p:nvPr/>
            </p:nvSpPr>
            <p:spPr>
              <a:xfrm>
                <a:off x="1723460" y="3142632"/>
                <a:ext cx="9497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noProof="0" dirty="0">
                    <a:solidFill>
                      <a:schemeClr val="accent6">
                        <a:lumMod val="75000"/>
                      </a:schemeClr>
                    </a:solidFill>
                  </a:rPr>
                  <a:t>main.py</a:t>
                </a:r>
              </a:p>
            </p:txBody>
          </p:sp>
        </p:grpSp>
      </p:grp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4E480BE-5B56-3523-8052-8B4A12E50971}"/>
              </a:ext>
            </a:extLst>
          </p:cNvPr>
          <p:cNvCxnSpPr>
            <a:stCxn id="4" idx="3"/>
            <a:endCxn id="17" idx="1"/>
          </p:cNvCxnSpPr>
          <p:nvPr/>
        </p:nvCxnSpPr>
        <p:spPr>
          <a:xfrm flipV="1">
            <a:off x="2673207" y="3378550"/>
            <a:ext cx="2770914" cy="618223"/>
          </a:xfrm>
          <a:prstGeom prst="bentConnector3">
            <a:avLst>
              <a:gd name="adj1" fmla="val 67731"/>
            </a:avLst>
          </a:prstGeom>
          <a:ln>
            <a:tailEnd type="triangle" w="lg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290805E-3373-E6E7-4FCC-34EC0EE4B87E}"/>
              </a:ext>
            </a:extLst>
          </p:cNvPr>
          <p:cNvCxnSpPr>
            <a:cxnSpLocks/>
          </p:cNvCxnSpPr>
          <p:nvPr/>
        </p:nvCxnSpPr>
        <p:spPr>
          <a:xfrm>
            <a:off x="5075083" y="2133602"/>
            <a:ext cx="5836758" cy="0"/>
          </a:xfrm>
          <a:prstGeom prst="straightConnector1">
            <a:avLst/>
          </a:prstGeom>
          <a:ln>
            <a:headEnd type="oval" w="lg" len="lg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171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8CCBA-B398-C481-4464-6136FE7AF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950E4-B52C-51CE-F075-C0709F715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Hoe werkt het?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97E0C0-C850-4054-3370-6D19F137410E}"/>
              </a:ext>
            </a:extLst>
          </p:cNvPr>
          <p:cNvSpPr txBox="1"/>
          <p:nvPr/>
        </p:nvSpPr>
        <p:spPr>
          <a:xfrm>
            <a:off x="4907275" y="1349829"/>
            <a:ext cx="6004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000" noProof="0" dirty="0"/>
              <a:t>Tijdslijn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BF0E5A-658B-78EF-76C7-7C132594CADA}"/>
              </a:ext>
            </a:extLst>
          </p:cNvPr>
          <p:cNvGrpSpPr/>
          <p:nvPr/>
        </p:nvGrpSpPr>
        <p:grpSpPr>
          <a:xfrm>
            <a:off x="838200" y="1845602"/>
            <a:ext cx="1674455" cy="576000"/>
            <a:chOff x="957943" y="3152171"/>
            <a:chExt cx="1674455" cy="576000"/>
          </a:xfrm>
        </p:grpSpPr>
        <p:pic>
          <p:nvPicPr>
            <p:cNvPr id="11" name="Graphic 10" descr="Folder">
              <a:extLst>
                <a:ext uri="{FF2B5EF4-FFF2-40B4-BE49-F238E27FC236}">
                  <a16:creationId xmlns:a16="http://schemas.microsoft.com/office/drawing/2014/main" id="{82C02B1C-2CD9-44CC-F3FB-68B245AAF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AD15EE8-EF07-3CF5-46D8-0378CD296268}"/>
                </a:ext>
              </a:extLst>
            </p:cNvPr>
            <p:cNvSpPr txBox="1"/>
            <p:nvPr/>
          </p:nvSpPr>
          <p:spPr>
            <a:xfrm>
              <a:off x="1608271" y="3255505"/>
              <a:ext cx="1024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 err="1"/>
                <a:t>work_dir</a:t>
              </a:r>
              <a:endParaRPr lang="nl-NL" noProof="0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6688282-612D-A012-6812-BD1479B2DACD}"/>
              </a:ext>
            </a:extLst>
          </p:cNvPr>
          <p:cNvSpPr txBox="1"/>
          <p:nvPr/>
        </p:nvSpPr>
        <p:spPr>
          <a:xfrm>
            <a:off x="5444121" y="4422062"/>
            <a:ext cx="5098682" cy="16144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</a:t>
            </a:r>
          </a:p>
          <a:p>
            <a:endParaRPr lang="nl-NL" dirty="0"/>
          </a:p>
          <a:p>
            <a:pPr marL="285750" indent="-285750">
              <a:buFontTx/>
              <a:buChar char="-"/>
            </a:pPr>
            <a:r>
              <a:rPr lang="nl-NL" dirty="0"/>
              <a:t>Legt geselecteerde wijzigingen vast op de tijdslijn.</a:t>
            </a:r>
          </a:p>
          <a:p>
            <a:pPr marL="285750" indent="-285750">
              <a:buFontTx/>
              <a:buChar char="-"/>
            </a:pPr>
            <a:r>
              <a:rPr lang="nl-NL" dirty="0"/>
              <a:t>Nieuwe versie waar je altijd naar terug kunt.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BF943D3-5216-7368-D78E-E0016D02CD0E}"/>
              </a:ext>
            </a:extLst>
          </p:cNvPr>
          <p:cNvGrpSpPr/>
          <p:nvPr/>
        </p:nvGrpSpPr>
        <p:grpSpPr>
          <a:xfrm>
            <a:off x="1126200" y="2442450"/>
            <a:ext cx="1223818" cy="576000"/>
            <a:chOff x="957943" y="3152171"/>
            <a:chExt cx="1223818" cy="576000"/>
          </a:xfrm>
        </p:grpSpPr>
        <p:pic>
          <p:nvPicPr>
            <p:cNvPr id="9" name="Graphic 8" descr="Folder">
              <a:extLst>
                <a:ext uri="{FF2B5EF4-FFF2-40B4-BE49-F238E27FC236}">
                  <a16:creationId xmlns:a16="http://schemas.microsoft.com/office/drawing/2014/main" id="{8A787C56-4057-193C-ADC1-D564DFE5F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9D07C7-87C7-1666-3499-AE7839172208}"/>
                </a:ext>
              </a:extLst>
            </p:cNvPr>
            <p:cNvSpPr txBox="1"/>
            <p:nvPr/>
          </p:nvSpPr>
          <p:spPr>
            <a:xfrm>
              <a:off x="1608271" y="3255505"/>
              <a:ext cx="573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/>
                <a:t>.git/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75781A9-2EF6-12AA-5C8A-6E82A8BB75AB}"/>
              </a:ext>
            </a:extLst>
          </p:cNvPr>
          <p:cNvGrpSpPr/>
          <p:nvPr/>
        </p:nvGrpSpPr>
        <p:grpSpPr>
          <a:xfrm>
            <a:off x="1175120" y="3739480"/>
            <a:ext cx="1498087" cy="478159"/>
            <a:chOff x="1175120" y="3070005"/>
            <a:chExt cx="1498087" cy="478159"/>
          </a:xfrm>
        </p:grpSpPr>
        <p:pic>
          <p:nvPicPr>
            <p:cNvPr id="3" name="Graphic 2" descr="Document">
              <a:extLst>
                <a:ext uri="{FF2B5EF4-FFF2-40B4-BE49-F238E27FC236}">
                  <a16:creationId xmlns:a16="http://schemas.microsoft.com/office/drawing/2014/main" id="{35C45B45-D475-1B5E-942A-FE758BEEA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75120" y="3070005"/>
              <a:ext cx="478159" cy="478159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CC937B0-2540-2607-430E-7542DF5106ED}"/>
                </a:ext>
              </a:extLst>
            </p:cNvPr>
            <p:cNvSpPr txBox="1"/>
            <p:nvPr/>
          </p:nvSpPr>
          <p:spPr>
            <a:xfrm>
              <a:off x="1723460" y="3142632"/>
              <a:ext cx="949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>
                  <a:solidFill>
                    <a:schemeClr val="accent6">
                      <a:lumMod val="75000"/>
                    </a:schemeClr>
                  </a:solidFill>
                </a:rPr>
                <a:t>main.py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79C51F-D66F-7CDF-FC40-5702C531671F}"/>
              </a:ext>
            </a:extLst>
          </p:cNvPr>
          <p:cNvGrpSpPr/>
          <p:nvPr/>
        </p:nvGrpSpPr>
        <p:grpSpPr>
          <a:xfrm>
            <a:off x="1126200" y="3039298"/>
            <a:ext cx="2149841" cy="576000"/>
            <a:chOff x="957943" y="3152171"/>
            <a:chExt cx="2149841" cy="576000"/>
          </a:xfrm>
        </p:grpSpPr>
        <p:pic>
          <p:nvPicPr>
            <p:cNvPr id="15" name="Graphic 14" descr="Folder">
              <a:extLst>
                <a:ext uri="{FF2B5EF4-FFF2-40B4-BE49-F238E27FC236}">
                  <a16:creationId xmlns:a16="http://schemas.microsoft.com/office/drawing/2014/main" id="{558AC710-FAB9-DC65-AF6C-676C7A219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CC617A7-D0CA-D0BF-9FD4-BFF06D5A0D57}"/>
                </a:ext>
              </a:extLst>
            </p:cNvPr>
            <p:cNvSpPr txBox="1"/>
            <p:nvPr/>
          </p:nvSpPr>
          <p:spPr>
            <a:xfrm>
              <a:off x="1608271" y="3255505"/>
              <a:ext cx="14995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>
                  <a:solidFill>
                    <a:schemeClr val="accent6">
                      <a:lumMod val="75000"/>
                    </a:schemeClr>
                  </a:solidFill>
                </a:rPr>
                <a:t>__</a:t>
              </a:r>
              <a:r>
                <a:rPr lang="nl-NL" noProof="0" dirty="0" err="1">
                  <a:solidFill>
                    <a:schemeClr val="accent6">
                      <a:lumMod val="75000"/>
                    </a:schemeClr>
                  </a:solidFill>
                </a:rPr>
                <a:t>pycache</a:t>
              </a:r>
              <a:r>
                <a:rPr lang="nl-NL" noProof="0" dirty="0">
                  <a:solidFill>
                    <a:schemeClr val="accent6">
                      <a:lumMod val="75000"/>
                    </a:schemeClr>
                  </a:solidFill>
                </a:rPr>
                <a:t>__/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C86F85E-5144-10C5-5F3B-B561B85D590F}"/>
              </a:ext>
            </a:extLst>
          </p:cNvPr>
          <p:cNvGrpSpPr/>
          <p:nvPr/>
        </p:nvGrpSpPr>
        <p:grpSpPr>
          <a:xfrm>
            <a:off x="5444121" y="2693887"/>
            <a:ext cx="5098682" cy="1369326"/>
            <a:chOff x="5316790" y="2457969"/>
            <a:chExt cx="5098682" cy="136932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13BB19-72A5-05DA-6111-CE50F7218F82}"/>
                </a:ext>
              </a:extLst>
            </p:cNvPr>
            <p:cNvSpPr/>
            <p:nvPr/>
          </p:nvSpPr>
          <p:spPr>
            <a:xfrm>
              <a:off x="5316790" y="2457969"/>
              <a:ext cx="5098682" cy="13693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b="1" dirty="0"/>
                <a:t>staging area / index</a:t>
              </a:r>
            </a:p>
            <a:p>
              <a:pPr algn="ctr"/>
              <a:endParaRPr lang="en-US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2D91C96-C78A-6599-6021-D6F70C926BCF}"/>
                </a:ext>
              </a:extLst>
            </p:cNvPr>
            <p:cNvGrpSpPr/>
            <p:nvPr/>
          </p:nvGrpSpPr>
          <p:grpSpPr>
            <a:xfrm>
              <a:off x="7160513" y="3059522"/>
              <a:ext cx="1498087" cy="478159"/>
              <a:chOff x="1175120" y="3070005"/>
              <a:chExt cx="1498087" cy="478159"/>
            </a:xfrm>
          </p:grpSpPr>
          <p:pic>
            <p:nvPicPr>
              <p:cNvPr id="19" name="Graphic 18" descr="Document">
                <a:extLst>
                  <a:ext uri="{FF2B5EF4-FFF2-40B4-BE49-F238E27FC236}">
                    <a16:creationId xmlns:a16="http://schemas.microsoft.com/office/drawing/2014/main" id="{A0FA9638-C5D4-1FB7-0C5C-7FB0C2BDE7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75120" y="3070005"/>
                <a:ext cx="478159" cy="478159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8E4154-9AE8-6485-9ED3-9CB5BE9069EC}"/>
                  </a:ext>
                </a:extLst>
              </p:cNvPr>
              <p:cNvSpPr txBox="1"/>
              <p:nvPr/>
            </p:nvSpPr>
            <p:spPr>
              <a:xfrm>
                <a:off x="1723460" y="3142632"/>
                <a:ext cx="9497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noProof="0" dirty="0">
                    <a:solidFill>
                      <a:schemeClr val="accent6">
                        <a:lumMod val="75000"/>
                      </a:schemeClr>
                    </a:solidFill>
                  </a:rPr>
                  <a:t>main.py</a:t>
                </a:r>
              </a:p>
            </p:txBody>
          </p:sp>
        </p:grp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083B1CE-77F4-36A7-620E-05BED441DDF2}"/>
              </a:ext>
            </a:extLst>
          </p:cNvPr>
          <p:cNvCxnSpPr>
            <a:cxnSpLocks/>
          </p:cNvCxnSpPr>
          <p:nvPr/>
        </p:nvCxnSpPr>
        <p:spPr>
          <a:xfrm>
            <a:off x="5075083" y="2133602"/>
            <a:ext cx="5836758" cy="0"/>
          </a:xfrm>
          <a:prstGeom prst="straightConnector1">
            <a:avLst/>
          </a:prstGeom>
          <a:ln>
            <a:headEnd type="oval" w="lg" len="lg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76F9BD0D-5349-1EE7-DE6B-00782B3938A4}"/>
              </a:ext>
            </a:extLst>
          </p:cNvPr>
          <p:cNvSpPr/>
          <p:nvPr/>
        </p:nvSpPr>
        <p:spPr>
          <a:xfrm>
            <a:off x="7894518" y="2033254"/>
            <a:ext cx="197887" cy="19788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8BDCC14-52D5-C165-0708-8AAFFD7C2512}"/>
              </a:ext>
            </a:extLst>
          </p:cNvPr>
          <p:cNvCxnSpPr>
            <a:stCxn id="17" idx="0"/>
            <a:endCxn id="24" idx="4"/>
          </p:cNvCxnSpPr>
          <p:nvPr/>
        </p:nvCxnSpPr>
        <p:spPr>
          <a:xfrm flipV="1">
            <a:off x="7993462" y="2231141"/>
            <a:ext cx="0" cy="462746"/>
          </a:xfrm>
          <a:prstGeom prst="straightConnector1">
            <a:avLst/>
          </a:prstGeom>
          <a:ln>
            <a:headEnd type="none"/>
            <a:tailEnd type="triangle" w="lg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487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D6798-06C8-8F80-410D-12D7A2E25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07C5FCD-8686-AFEA-B0C4-833C57BB17B9}"/>
              </a:ext>
            </a:extLst>
          </p:cNvPr>
          <p:cNvSpPr/>
          <p:nvPr/>
        </p:nvSpPr>
        <p:spPr>
          <a:xfrm>
            <a:off x="5444121" y="2693887"/>
            <a:ext cx="5098682" cy="1369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/>
              <a:t>staging area / index</a:t>
            </a:r>
          </a:p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A470F-B1DE-932B-1EC2-645C65A32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Hoe werkt het?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72614-41C1-36E5-9EFD-3CD426B610B1}"/>
              </a:ext>
            </a:extLst>
          </p:cNvPr>
          <p:cNvSpPr txBox="1"/>
          <p:nvPr/>
        </p:nvSpPr>
        <p:spPr>
          <a:xfrm>
            <a:off x="4907275" y="1349829"/>
            <a:ext cx="6004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000" noProof="0" dirty="0"/>
              <a:t>Tijdslijn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BCE35E-34E7-3E22-6816-662160BA81ED}"/>
              </a:ext>
            </a:extLst>
          </p:cNvPr>
          <p:cNvGrpSpPr/>
          <p:nvPr/>
        </p:nvGrpSpPr>
        <p:grpSpPr>
          <a:xfrm>
            <a:off x="838200" y="1845602"/>
            <a:ext cx="1674455" cy="576000"/>
            <a:chOff x="957943" y="3152171"/>
            <a:chExt cx="1674455" cy="576000"/>
          </a:xfrm>
        </p:grpSpPr>
        <p:pic>
          <p:nvPicPr>
            <p:cNvPr id="11" name="Graphic 10" descr="Folder">
              <a:extLst>
                <a:ext uri="{FF2B5EF4-FFF2-40B4-BE49-F238E27FC236}">
                  <a16:creationId xmlns:a16="http://schemas.microsoft.com/office/drawing/2014/main" id="{25EF0464-CCDD-1986-BFF4-C3B14094E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2C8EE9-6204-BF3B-B87A-2055542B1505}"/>
                </a:ext>
              </a:extLst>
            </p:cNvPr>
            <p:cNvSpPr txBox="1"/>
            <p:nvPr/>
          </p:nvSpPr>
          <p:spPr>
            <a:xfrm>
              <a:off x="1608271" y="3255505"/>
              <a:ext cx="1024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 err="1"/>
                <a:t>work_dir</a:t>
              </a:r>
              <a:endParaRPr lang="nl-NL" noProof="0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38C78CC-A3E7-C442-EA23-B494A22665EB}"/>
              </a:ext>
            </a:extLst>
          </p:cNvPr>
          <p:cNvSpPr txBox="1"/>
          <p:nvPr/>
        </p:nvSpPr>
        <p:spPr>
          <a:xfrm>
            <a:off x="5444121" y="4422062"/>
            <a:ext cx="5098682" cy="16144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 + commit</a:t>
            </a:r>
          </a:p>
          <a:p>
            <a:endParaRPr lang="nl-NL" dirty="0"/>
          </a:p>
          <a:p>
            <a:pPr marL="285750" indent="-285750">
              <a:buFontTx/>
              <a:buChar char="-"/>
            </a:pPr>
            <a:r>
              <a:rPr lang="nl-NL" dirty="0"/>
              <a:t>Herhaal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dirty="0"/>
              <a:t> en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nl-NL" dirty="0"/>
              <a:t> bij nieuwe wijzigingen.</a:t>
            </a:r>
          </a:p>
          <a:p>
            <a:pPr marL="285750" indent="-285750">
              <a:buFontTx/>
              <a:buChar char="-"/>
            </a:pPr>
            <a:r>
              <a:rPr lang="nl-NL" dirty="0"/>
              <a:t>Alleen nieuwe wijzigingen opgeslagen.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9FDE237-9165-0682-3E01-196902479EC8}"/>
              </a:ext>
            </a:extLst>
          </p:cNvPr>
          <p:cNvGrpSpPr/>
          <p:nvPr/>
        </p:nvGrpSpPr>
        <p:grpSpPr>
          <a:xfrm>
            <a:off x="1126200" y="2442450"/>
            <a:ext cx="1223818" cy="576000"/>
            <a:chOff x="957943" y="3152171"/>
            <a:chExt cx="1223818" cy="576000"/>
          </a:xfrm>
        </p:grpSpPr>
        <p:pic>
          <p:nvPicPr>
            <p:cNvPr id="9" name="Graphic 8" descr="Folder">
              <a:extLst>
                <a:ext uri="{FF2B5EF4-FFF2-40B4-BE49-F238E27FC236}">
                  <a16:creationId xmlns:a16="http://schemas.microsoft.com/office/drawing/2014/main" id="{1A80798D-124E-3FC5-F79A-AEA246E11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64B59E4-9531-7F4E-FC98-DEB1C04BC573}"/>
                </a:ext>
              </a:extLst>
            </p:cNvPr>
            <p:cNvSpPr txBox="1"/>
            <p:nvPr/>
          </p:nvSpPr>
          <p:spPr>
            <a:xfrm>
              <a:off x="1608271" y="3255505"/>
              <a:ext cx="573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/>
                <a:t>.git/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40DC38E-A45F-F61E-92F4-BF17A4DA4EE6}"/>
              </a:ext>
            </a:extLst>
          </p:cNvPr>
          <p:cNvGrpSpPr/>
          <p:nvPr/>
        </p:nvGrpSpPr>
        <p:grpSpPr>
          <a:xfrm>
            <a:off x="1175120" y="3739480"/>
            <a:ext cx="1498087" cy="478159"/>
            <a:chOff x="1175120" y="3070005"/>
            <a:chExt cx="1498087" cy="478159"/>
          </a:xfrm>
        </p:grpSpPr>
        <p:pic>
          <p:nvPicPr>
            <p:cNvPr id="3" name="Graphic 2" descr="Document">
              <a:extLst>
                <a:ext uri="{FF2B5EF4-FFF2-40B4-BE49-F238E27FC236}">
                  <a16:creationId xmlns:a16="http://schemas.microsoft.com/office/drawing/2014/main" id="{CAE6CA96-E07C-3AD9-BA7A-C1CC19E26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75120" y="3070005"/>
              <a:ext cx="478159" cy="478159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269FEBE-DD01-C354-413E-8EDD73EA81AF}"/>
                </a:ext>
              </a:extLst>
            </p:cNvPr>
            <p:cNvSpPr txBox="1"/>
            <p:nvPr/>
          </p:nvSpPr>
          <p:spPr>
            <a:xfrm>
              <a:off x="1723460" y="3142632"/>
              <a:ext cx="949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>
                  <a:solidFill>
                    <a:srgbClr val="FFC000"/>
                  </a:solidFill>
                </a:rPr>
                <a:t>main.py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894A410-D546-22DA-E2D1-5EF55FAB34B9}"/>
              </a:ext>
            </a:extLst>
          </p:cNvPr>
          <p:cNvGrpSpPr/>
          <p:nvPr/>
        </p:nvGrpSpPr>
        <p:grpSpPr>
          <a:xfrm>
            <a:off x="1126200" y="3039298"/>
            <a:ext cx="2149841" cy="576000"/>
            <a:chOff x="957943" y="3152171"/>
            <a:chExt cx="2149841" cy="576000"/>
          </a:xfrm>
        </p:grpSpPr>
        <p:pic>
          <p:nvPicPr>
            <p:cNvPr id="15" name="Graphic 14" descr="Folder">
              <a:extLst>
                <a:ext uri="{FF2B5EF4-FFF2-40B4-BE49-F238E27FC236}">
                  <a16:creationId xmlns:a16="http://schemas.microsoft.com/office/drawing/2014/main" id="{9AEE88F8-3B2F-E7F3-6087-08A4E19A6D9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A935D9-2393-EE8D-347D-B586FEAAC72E}"/>
                </a:ext>
              </a:extLst>
            </p:cNvPr>
            <p:cNvSpPr txBox="1"/>
            <p:nvPr/>
          </p:nvSpPr>
          <p:spPr>
            <a:xfrm>
              <a:off x="1608271" y="3255505"/>
              <a:ext cx="14995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>
                  <a:solidFill>
                    <a:schemeClr val="accent6">
                      <a:lumMod val="75000"/>
                    </a:schemeClr>
                  </a:solidFill>
                </a:rPr>
                <a:t>__</a:t>
              </a:r>
              <a:r>
                <a:rPr lang="nl-NL" noProof="0" dirty="0" err="1">
                  <a:solidFill>
                    <a:schemeClr val="accent6">
                      <a:lumMod val="75000"/>
                    </a:schemeClr>
                  </a:solidFill>
                </a:rPr>
                <a:t>pycache</a:t>
              </a:r>
              <a:r>
                <a:rPr lang="nl-NL" noProof="0" dirty="0">
                  <a:solidFill>
                    <a:schemeClr val="accent6">
                      <a:lumMod val="75000"/>
                    </a:schemeClr>
                  </a:solidFill>
                </a:rPr>
                <a:t>__/</a:t>
              </a:r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1379D95-8F5B-04BE-348E-11DE6464811F}"/>
              </a:ext>
            </a:extLst>
          </p:cNvPr>
          <p:cNvCxnSpPr>
            <a:cxnSpLocks/>
          </p:cNvCxnSpPr>
          <p:nvPr/>
        </p:nvCxnSpPr>
        <p:spPr>
          <a:xfrm>
            <a:off x="5075083" y="2133602"/>
            <a:ext cx="5836758" cy="0"/>
          </a:xfrm>
          <a:prstGeom prst="straightConnector1">
            <a:avLst/>
          </a:prstGeom>
          <a:ln>
            <a:headEnd type="oval" w="lg" len="lg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AA1A619C-C456-6202-E411-63E01C8DC031}"/>
              </a:ext>
            </a:extLst>
          </p:cNvPr>
          <p:cNvSpPr/>
          <p:nvPr/>
        </p:nvSpPr>
        <p:spPr>
          <a:xfrm>
            <a:off x="7894518" y="2033254"/>
            <a:ext cx="197887" cy="19788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7957075-F975-4C1F-F6AE-A6B1598E0D68}"/>
              </a:ext>
            </a:extLst>
          </p:cNvPr>
          <p:cNvCxnSpPr>
            <a:cxnSpLocks/>
          </p:cNvCxnSpPr>
          <p:nvPr/>
        </p:nvCxnSpPr>
        <p:spPr>
          <a:xfrm flipV="1">
            <a:off x="9187641" y="2231141"/>
            <a:ext cx="0" cy="462746"/>
          </a:xfrm>
          <a:prstGeom prst="straightConnector1">
            <a:avLst/>
          </a:prstGeom>
          <a:ln>
            <a:headEnd type="none"/>
            <a:tailEnd type="triangle" w="lg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0B0B2706-66D0-FCB0-629F-601541E0171C}"/>
              </a:ext>
            </a:extLst>
          </p:cNvPr>
          <p:cNvGrpSpPr/>
          <p:nvPr/>
        </p:nvGrpSpPr>
        <p:grpSpPr>
          <a:xfrm>
            <a:off x="1175120" y="4300653"/>
            <a:ext cx="1409923" cy="478159"/>
            <a:chOff x="1175120" y="3070005"/>
            <a:chExt cx="1409923" cy="478159"/>
          </a:xfrm>
        </p:grpSpPr>
        <p:pic>
          <p:nvPicPr>
            <p:cNvPr id="21" name="Graphic 20" descr="Document">
              <a:extLst>
                <a:ext uri="{FF2B5EF4-FFF2-40B4-BE49-F238E27FC236}">
                  <a16:creationId xmlns:a16="http://schemas.microsoft.com/office/drawing/2014/main" id="{CEE839D3-1BB1-EDB3-ED19-3426E6269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75120" y="3070005"/>
              <a:ext cx="478159" cy="47815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A1D6EED-C95C-1E01-2CAD-22CEAAEDD0FD}"/>
                </a:ext>
              </a:extLst>
            </p:cNvPr>
            <p:cNvSpPr txBox="1"/>
            <p:nvPr/>
          </p:nvSpPr>
          <p:spPr>
            <a:xfrm>
              <a:off x="1723460" y="3142632"/>
              <a:ext cx="8615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>
                  <a:solidFill>
                    <a:schemeClr val="accent6">
                      <a:lumMod val="75000"/>
                    </a:schemeClr>
                  </a:solidFill>
                </a:rPr>
                <a:t>utils.py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15F461B-B56D-BAC5-763E-DFBF10528818}"/>
              </a:ext>
            </a:extLst>
          </p:cNvPr>
          <p:cNvGrpSpPr/>
          <p:nvPr/>
        </p:nvGrpSpPr>
        <p:grpSpPr>
          <a:xfrm>
            <a:off x="6435304" y="3189920"/>
            <a:ext cx="1498087" cy="478159"/>
            <a:chOff x="1175120" y="3070005"/>
            <a:chExt cx="1498087" cy="478159"/>
          </a:xfrm>
        </p:grpSpPr>
        <p:pic>
          <p:nvPicPr>
            <p:cNvPr id="31" name="Graphic 30" descr="Document">
              <a:extLst>
                <a:ext uri="{FF2B5EF4-FFF2-40B4-BE49-F238E27FC236}">
                  <a16:creationId xmlns:a16="http://schemas.microsoft.com/office/drawing/2014/main" id="{583928AA-9FF4-6FF1-41B2-64555D3D9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75120" y="3070005"/>
              <a:ext cx="478159" cy="478159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21B7D4C-4181-A853-8020-12CC4B32CB56}"/>
                </a:ext>
              </a:extLst>
            </p:cNvPr>
            <p:cNvSpPr txBox="1"/>
            <p:nvPr/>
          </p:nvSpPr>
          <p:spPr>
            <a:xfrm>
              <a:off x="1723460" y="3142632"/>
              <a:ext cx="949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>
                  <a:solidFill>
                    <a:srgbClr val="FFC000"/>
                  </a:solidFill>
                </a:rPr>
                <a:t>main.py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1FE173B-17D7-6D01-D0C6-5F7B7B77F903}"/>
              </a:ext>
            </a:extLst>
          </p:cNvPr>
          <p:cNvGrpSpPr/>
          <p:nvPr/>
        </p:nvGrpSpPr>
        <p:grpSpPr>
          <a:xfrm>
            <a:off x="8183059" y="3189920"/>
            <a:ext cx="1409923" cy="478159"/>
            <a:chOff x="1175120" y="3070005"/>
            <a:chExt cx="1409923" cy="478159"/>
          </a:xfrm>
        </p:grpSpPr>
        <p:pic>
          <p:nvPicPr>
            <p:cNvPr id="34" name="Graphic 33" descr="Document">
              <a:extLst>
                <a:ext uri="{FF2B5EF4-FFF2-40B4-BE49-F238E27FC236}">
                  <a16:creationId xmlns:a16="http://schemas.microsoft.com/office/drawing/2014/main" id="{A130E660-AFDF-408D-88CA-8092E6223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75120" y="3070005"/>
              <a:ext cx="478159" cy="478159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E74C338-B4AA-24FC-8E83-18BCFE841667}"/>
                </a:ext>
              </a:extLst>
            </p:cNvPr>
            <p:cNvSpPr txBox="1"/>
            <p:nvPr/>
          </p:nvSpPr>
          <p:spPr>
            <a:xfrm>
              <a:off x="1723460" y="3142632"/>
              <a:ext cx="8615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>
                  <a:solidFill>
                    <a:schemeClr val="accent6">
                      <a:lumMod val="75000"/>
                    </a:schemeClr>
                  </a:solidFill>
                </a:rPr>
                <a:t>utils.py</a:t>
              </a:r>
            </a:p>
          </p:txBody>
        </p: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E0E77301-6FE9-6684-6939-2711FCF01DE5}"/>
              </a:ext>
            </a:extLst>
          </p:cNvPr>
          <p:cNvSpPr/>
          <p:nvPr/>
        </p:nvSpPr>
        <p:spPr>
          <a:xfrm>
            <a:off x="9088697" y="2033254"/>
            <a:ext cx="197887" cy="19788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A49C843-474D-996E-4B90-C14615353BBE}"/>
              </a:ext>
            </a:extLst>
          </p:cNvPr>
          <p:cNvCxnSpPr>
            <a:stCxn id="4" idx="3"/>
            <a:endCxn id="17" idx="1"/>
          </p:cNvCxnSpPr>
          <p:nvPr/>
        </p:nvCxnSpPr>
        <p:spPr>
          <a:xfrm flipV="1">
            <a:off x="2673207" y="3262547"/>
            <a:ext cx="2770914" cy="734226"/>
          </a:xfrm>
          <a:prstGeom prst="bentConnector3">
            <a:avLst>
              <a:gd name="adj1" fmla="val 65515"/>
            </a:avLst>
          </a:prstGeom>
          <a:ln>
            <a:tailEnd type="triangle" w="lg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CAF2019A-6007-9C3D-8239-0B6932FDB3A7}"/>
              </a:ext>
            </a:extLst>
          </p:cNvPr>
          <p:cNvCxnSpPr>
            <a:stCxn id="23" idx="3"/>
          </p:cNvCxnSpPr>
          <p:nvPr/>
        </p:nvCxnSpPr>
        <p:spPr>
          <a:xfrm flipV="1">
            <a:off x="2585043" y="3511964"/>
            <a:ext cx="2859078" cy="1045982"/>
          </a:xfrm>
          <a:prstGeom prst="bentConnector3">
            <a:avLst>
              <a:gd name="adj1" fmla="val 75299"/>
            </a:avLst>
          </a:prstGeom>
          <a:ln>
            <a:tailEnd type="triangle" w="lg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156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FE569-32A0-F364-E497-A6313E645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57AD-D347-73B8-6B3D-58F344984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Hoe werkt het?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BDC1B6-6451-198A-6938-1DB7721A3836}"/>
              </a:ext>
            </a:extLst>
          </p:cNvPr>
          <p:cNvSpPr txBox="1"/>
          <p:nvPr/>
        </p:nvSpPr>
        <p:spPr>
          <a:xfrm>
            <a:off x="4907275" y="1349829"/>
            <a:ext cx="6004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000" noProof="0" dirty="0"/>
              <a:t>Tijdslijn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30D5DAD-F9E0-4A2C-7049-75C56FCAC5C9}"/>
              </a:ext>
            </a:extLst>
          </p:cNvPr>
          <p:cNvGrpSpPr/>
          <p:nvPr/>
        </p:nvGrpSpPr>
        <p:grpSpPr>
          <a:xfrm>
            <a:off x="838200" y="1845602"/>
            <a:ext cx="1674455" cy="576000"/>
            <a:chOff x="957943" y="3152171"/>
            <a:chExt cx="1674455" cy="576000"/>
          </a:xfrm>
        </p:grpSpPr>
        <p:pic>
          <p:nvPicPr>
            <p:cNvPr id="11" name="Graphic 10" descr="Folder">
              <a:extLst>
                <a:ext uri="{FF2B5EF4-FFF2-40B4-BE49-F238E27FC236}">
                  <a16:creationId xmlns:a16="http://schemas.microsoft.com/office/drawing/2014/main" id="{ED697DE9-0E43-6168-11B8-8602F653B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27528F-4904-A452-4BD3-F4A86B886D34}"/>
                </a:ext>
              </a:extLst>
            </p:cNvPr>
            <p:cNvSpPr txBox="1"/>
            <p:nvPr/>
          </p:nvSpPr>
          <p:spPr>
            <a:xfrm>
              <a:off x="1608271" y="3255505"/>
              <a:ext cx="1024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 err="1"/>
                <a:t>work_dir</a:t>
              </a:r>
              <a:endParaRPr lang="nl-NL" noProof="0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8257683-9B8B-6C69-B19F-8B386A8D3F95}"/>
              </a:ext>
            </a:extLst>
          </p:cNvPr>
          <p:cNvSpPr txBox="1"/>
          <p:nvPr/>
        </p:nvSpPr>
        <p:spPr>
          <a:xfrm>
            <a:off x="5444121" y="4422062"/>
            <a:ext cx="5098682" cy="16144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git log</a:t>
            </a:r>
          </a:p>
          <a:p>
            <a:endParaRPr lang="nl-NL" dirty="0"/>
          </a:p>
          <a:p>
            <a:pPr marL="285750" indent="-285750">
              <a:buFontTx/>
              <a:buChar char="-"/>
            </a:pPr>
            <a:r>
              <a:rPr lang="nl-NL" dirty="0"/>
              <a:t>Geeft een overzicht van alle </a:t>
            </a:r>
            <a:r>
              <a:rPr lang="nl-NL" dirty="0" err="1"/>
              <a:t>commits</a:t>
            </a:r>
            <a:r>
              <a:rPr lang="nl-NL" dirty="0"/>
              <a:t> op de tijdslijn.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AEC4011-98BB-F27D-CF4F-32B0A7EC72DA}"/>
              </a:ext>
            </a:extLst>
          </p:cNvPr>
          <p:cNvGrpSpPr/>
          <p:nvPr/>
        </p:nvGrpSpPr>
        <p:grpSpPr>
          <a:xfrm>
            <a:off x="1126200" y="2442450"/>
            <a:ext cx="1223818" cy="576000"/>
            <a:chOff x="957943" y="3152171"/>
            <a:chExt cx="1223818" cy="576000"/>
          </a:xfrm>
        </p:grpSpPr>
        <p:pic>
          <p:nvPicPr>
            <p:cNvPr id="9" name="Graphic 8" descr="Folder">
              <a:extLst>
                <a:ext uri="{FF2B5EF4-FFF2-40B4-BE49-F238E27FC236}">
                  <a16:creationId xmlns:a16="http://schemas.microsoft.com/office/drawing/2014/main" id="{18373A9B-8E83-70F9-0034-3DDB1486A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E3C65A1-9A53-8271-DB1F-DA29D59B90BC}"/>
                </a:ext>
              </a:extLst>
            </p:cNvPr>
            <p:cNvSpPr txBox="1"/>
            <p:nvPr/>
          </p:nvSpPr>
          <p:spPr>
            <a:xfrm>
              <a:off x="1608271" y="3255505"/>
              <a:ext cx="573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/>
                <a:t>.git/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1BD010F-C906-B907-9752-D8D4608FB855}"/>
              </a:ext>
            </a:extLst>
          </p:cNvPr>
          <p:cNvGrpSpPr/>
          <p:nvPr/>
        </p:nvGrpSpPr>
        <p:grpSpPr>
          <a:xfrm>
            <a:off x="1175120" y="3739480"/>
            <a:ext cx="1498087" cy="478159"/>
            <a:chOff x="1175120" y="3070005"/>
            <a:chExt cx="1498087" cy="478159"/>
          </a:xfrm>
        </p:grpSpPr>
        <p:pic>
          <p:nvPicPr>
            <p:cNvPr id="3" name="Graphic 2" descr="Document">
              <a:extLst>
                <a:ext uri="{FF2B5EF4-FFF2-40B4-BE49-F238E27FC236}">
                  <a16:creationId xmlns:a16="http://schemas.microsoft.com/office/drawing/2014/main" id="{F1E282E9-AB9C-9010-96E0-416148156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75120" y="3070005"/>
              <a:ext cx="478159" cy="478159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38B299-7BD1-3AB2-B845-05786AE590A0}"/>
                </a:ext>
              </a:extLst>
            </p:cNvPr>
            <p:cNvSpPr txBox="1"/>
            <p:nvPr/>
          </p:nvSpPr>
          <p:spPr>
            <a:xfrm>
              <a:off x="1723460" y="3142632"/>
              <a:ext cx="949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/>
                <a:t>main.py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832266-7029-4E28-DCC1-F0825A143F40}"/>
              </a:ext>
            </a:extLst>
          </p:cNvPr>
          <p:cNvGrpSpPr/>
          <p:nvPr/>
        </p:nvGrpSpPr>
        <p:grpSpPr>
          <a:xfrm>
            <a:off x="1126200" y="3039298"/>
            <a:ext cx="2149841" cy="576000"/>
            <a:chOff x="957943" y="3152171"/>
            <a:chExt cx="2149841" cy="576000"/>
          </a:xfrm>
        </p:grpSpPr>
        <p:pic>
          <p:nvPicPr>
            <p:cNvPr id="15" name="Graphic 14" descr="Folder">
              <a:extLst>
                <a:ext uri="{FF2B5EF4-FFF2-40B4-BE49-F238E27FC236}">
                  <a16:creationId xmlns:a16="http://schemas.microsoft.com/office/drawing/2014/main" id="{8C9D532D-830B-4810-975A-774DCE44A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B6C0A75-E314-E9D9-10B1-FE137C8DE801}"/>
                </a:ext>
              </a:extLst>
            </p:cNvPr>
            <p:cNvSpPr txBox="1"/>
            <p:nvPr/>
          </p:nvSpPr>
          <p:spPr>
            <a:xfrm>
              <a:off x="1608271" y="3255505"/>
              <a:ext cx="14995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/>
                <a:t>__</a:t>
              </a:r>
              <a:r>
                <a:rPr lang="nl-NL" noProof="0" dirty="0" err="1"/>
                <a:t>pycache</a:t>
              </a:r>
              <a:r>
                <a:rPr lang="nl-NL" noProof="0" dirty="0"/>
                <a:t>__/</a:t>
              </a:r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DFF1973-5FE0-D660-572D-B751A888C2EF}"/>
              </a:ext>
            </a:extLst>
          </p:cNvPr>
          <p:cNvCxnSpPr>
            <a:cxnSpLocks/>
          </p:cNvCxnSpPr>
          <p:nvPr/>
        </p:nvCxnSpPr>
        <p:spPr>
          <a:xfrm>
            <a:off x="5075083" y="2133602"/>
            <a:ext cx="5836758" cy="0"/>
          </a:xfrm>
          <a:prstGeom prst="straightConnector1">
            <a:avLst/>
          </a:prstGeom>
          <a:ln>
            <a:headEnd type="oval" w="lg" len="lg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C288D932-4F3F-2581-BE2A-413868B08592}"/>
              </a:ext>
            </a:extLst>
          </p:cNvPr>
          <p:cNvSpPr/>
          <p:nvPr/>
        </p:nvSpPr>
        <p:spPr>
          <a:xfrm>
            <a:off x="7894519" y="2033254"/>
            <a:ext cx="197887" cy="19788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1288095-04A5-0DB7-2C9D-0FCD5F464420}"/>
              </a:ext>
            </a:extLst>
          </p:cNvPr>
          <p:cNvGrpSpPr/>
          <p:nvPr/>
        </p:nvGrpSpPr>
        <p:grpSpPr>
          <a:xfrm>
            <a:off x="1175120" y="4300653"/>
            <a:ext cx="1409923" cy="478159"/>
            <a:chOff x="1175120" y="3070005"/>
            <a:chExt cx="1409923" cy="478159"/>
          </a:xfrm>
        </p:grpSpPr>
        <p:pic>
          <p:nvPicPr>
            <p:cNvPr id="21" name="Graphic 20" descr="Document">
              <a:extLst>
                <a:ext uri="{FF2B5EF4-FFF2-40B4-BE49-F238E27FC236}">
                  <a16:creationId xmlns:a16="http://schemas.microsoft.com/office/drawing/2014/main" id="{5F6B3317-B948-E1CA-9B36-B7AE24195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75120" y="3070005"/>
              <a:ext cx="478159" cy="47815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D7D8109-9429-0757-76B8-2E5C9D48DE07}"/>
                </a:ext>
              </a:extLst>
            </p:cNvPr>
            <p:cNvSpPr txBox="1"/>
            <p:nvPr/>
          </p:nvSpPr>
          <p:spPr>
            <a:xfrm>
              <a:off x="1723460" y="3142632"/>
              <a:ext cx="8615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/>
                <a:t>utils.py</a:t>
              </a:r>
            </a:p>
          </p:txBody>
        </p: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731BB1C9-7C1E-3A73-C6BA-A381DE7CBAD3}"/>
              </a:ext>
            </a:extLst>
          </p:cNvPr>
          <p:cNvSpPr/>
          <p:nvPr/>
        </p:nvSpPr>
        <p:spPr>
          <a:xfrm>
            <a:off x="9088697" y="2033254"/>
            <a:ext cx="197887" cy="19788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195DF970-D1CA-584A-DFA3-8095EB149626}"/>
              </a:ext>
            </a:extLst>
          </p:cNvPr>
          <p:cNvCxnSpPr>
            <a:stCxn id="22" idx="0"/>
            <a:endCxn id="24" idx="4"/>
          </p:cNvCxnSpPr>
          <p:nvPr/>
        </p:nvCxnSpPr>
        <p:spPr>
          <a:xfrm rot="5400000" flipH="1" flipV="1">
            <a:off x="6898002" y="3326602"/>
            <a:ext cx="2190921" cy="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CED81329-64E7-ABCA-BC0A-E5518F0CD132}"/>
              </a:ext>
            </a:extLst>
          </p:cNvPr>
          <p:cNvCxnSpPr>
            <a:stCxn id="22" idx="0"/>
            <a:endCxn id="37" idx="4"/>
          </p:cNvCxnSpPr>
          <p:nvPr/>
        </p:nvCxnSpPr>
        <p:spPr>
          <a:xfrm rot="5400000" flipH="1" flipV="1">
            <a:off x="7495091" y="2729513"/>
            <a:ext cx="2190921" cy="119417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396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0E680-E13E-A73F-ECB1-CA5A486D6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A6AF95-03F9-C1E8-26DE-2F68D8E2B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In de praktijk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90D5A5-ADA1-54E8-47DD-D4B992666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893714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897E8-CEB8-2E0C-3911-0201A01BC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83F3-2A6F-6167-B54E-C76F81F8A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Repository aanmaken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B0E6A-3DE2-B0A6-49F0-583B7EC64B21}"/>
              </a:ext>
            </a:extLst>
          </p:cNvPr>
          <p:cNvSpPr txBox="1">
            <a:spLocks/>
          </p:cNvSpPr>
          <p:nvPr/>
        </p:nvSpPr>
        <p:spPr>
          <a:xfrm>
            <a:off x="838201" y="1456266"/>
            <a:ext cx="2270760" cy="50650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.git/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├─ </a:t>
            </a:r>
            <a:r>
              <a:rPr lang="nl-NL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objects</a:t>
            </a: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├─ refs/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│  │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│  ├─ </a:t>
            </a:r>
            <a:r>
              <a:rPr lang="nl-NL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heads</a:t>
            </a:r>
            <a:endParaRPr lang="nl-NL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│  │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│  └─ tags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├─ </a:t>
            </a:r>
            <a:r>
              <a:rPr lang="nl-NL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nl-NL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├─ HEAD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└─ index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9CF6AE3-7B88-0096-A645-6C027DF0E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8873" y="1456266"/>
            <a:ext cx="8054927" cy="4923431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endParaRPr lang="nl-NL" sz="1600" noProof="0" dirty="0"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nl-NL" sz="1600" noProof="0" dirty="0"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600" noProof="0" dirty="0">
                <a:cs typeface="Courier New" panose="02070309020205020404" pitchFamily="49" charset="0"/>
              </a:rPr>
              <a:t>Metadata van </a:t>
            </a:r>
            <a:r>
              <a:rPr lang="nl-NL" sz="1600" noProof="0" dirty="0" err="1">
                <a:cs typeface="Courier New" panose="02070309020205020404" pitchFamily="49" charset="0"/>
              </a:rPr>
              <a:t>commits</a:t>
            </a:r>
            <a:r>
              <a:rPr lang="nl-NL" sz="1600" noProof="0" dirty="0">
                <a:cs typeface="Courier New" panose="02070309020205020404" pitchFamily="49" charset="0"/>
              </a:rPr>
              <a:t> en bestanden. </a:t>
            </a:r>
          </a:p>
          <a:p>
            <a:pPr marL="0" indent="0">
              <a:spcBef>
                <a:spcPts val="0"/>
              </a:spcBef>
              <a:buNone/>
            </a:pPr>
            <a:endParaRPr lang="nl-NL" sz="1600" noProof="0" dirty="0"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600" noProof="0" dirty="0">
                <a:cs typeface="Courier New" panose="02070309020205020404" pitchFamily="49" charset="0"/>
              </a:rPr>
              <a:t>Verwijzingen naar </a:t>
            </a:r>
            <a:r>
              <a:rPr lang="nl-NL" sz="1600" noProof="0" dirty="0" err="1">
                <a:cs typeface="Courier New" panose="02070309020205020404" pitchFamily="49" charset="0"/>
              </a:rPr>
              <a:t>commits</a:t>
            </a:r>
            <a:r>
              <a:rPr lang="nl-NL" sz="1600" noProof="0" dirty="0">
                <a:cs typeface="Courier New" panose="02070309020205020404" pitchFamily="49" charset="0"/>
              </a:rPr>
              <a:t> voor:</a:t>
            </a:r>
          </a:p>
          <a:p>
            <a:pPr marL="0" indent="0">
              <a:spcBef>
                <a:spcPts val="0"/>
              </a:spcBef>
              <a:buNone/>
            </a:pPr>
            <a:endParaRPr lang="nl-NL" sz="1600" noProof="0" dirty="0"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  <a:buFontTx/>
              <a:buChar char="-"/>
            </a:pPr>
            <a:r>
              <a:rPr lang="nl-NL" sz="1600" noProof="0" dirty="0">
                <a:cs typeface="Courier New" panose="02070309020205020404" pitchFamily="49" charset="0"/>
              </a:rPr>
              <a:t>branches</a:t>
            </a:r>
          </a:p>
          <a:p>
            <a:pPr marL="0">
              <a:spcBef>
                <a:spcPts val="0"/>
              </a:spcBef>
              <a:buFontTx/>
              <a:buChar char="-"/>
            </a:pPr>
            <a:endParaRPr lang="nl-NL" sz="1600" noProof="0" dirty="0">
              <a:cs typeface="Courier New" panose="02070309020205020404" pitchFamily="49" charset="0"/>
            </a:endParaRPr>
          </a:p>
          <a:p>
            <a:pPr marL="0">
              <a:spcBef>
                <a:spcPts val="0"/>
              </a:spcBef>
              <a:buFontTx/>
              <a:buChar char="-"/>
            </a:pPr>
            <a:r>
              <a:rPr lang="nl-NL" sz="1600" noProof="0" dirty="0">
                <a:cs typeface="Courier New" panose="02070309020205020404" pitchFamily="49" charset="0"/>
              </a:rPr>
              <a:t>tags</a:t>
            </a:r>
          </a:p>
          <a:p>
            <a:pPr marL="0" indent="0">
              <a:spcBef>
                <a:spcPts val="0"/>
              </a:spcBef>
              <a:buNone/>
            </a:pPr>
            <a:endParaRPr lang="nl-NL" sz="1600" noProof="0" dirty="0"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nl-NL" sz="1600" noProof="0" dirty="0"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600" noProof="0" dirty="0">
                <a:cs typeface="Courier New" panose="02070309020205020404" pitchFamily="49" charset="0"/>
              </a:rPr>
              <a:t>Lokale configuratie voor het repository.</a:t>
            </a:r>
          </a:p>
          <a:p>
            <a:pPr marL="0" indent="0">
              <a:spcBef>
                <a:spcPts val="0"/>
              </a:spcBef>
              <a:buNone/>
            </a:pPr>
            <a:endParaRPr lang="nl-NL" sz="1600" noProof="0" dirty="0"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600" noProof="0" dirty="0">
                <a:cs typeface="Courier New" panose="02070309020205020404" pitchFamily="49" charset="0"/>
              </a:rPr>
              <a:t>Verwijzing naar huidige </a:t>
            </a:r>
            <a:r>
              <a:rPr lang="nl-NL" sz="1600" noProof="0" dirty="0" err="1">
                <a:cs typeface="Courier New" panose="02070309020205020404" pitchFamily="49" charset="0"/>
              </a:rPr>
              <a:t>branch</a:t>
            </a:r>
            <a:r>
              <a:rPr lang="nl-NL" sz="1600" noProof="0" dirty="0">
                <a:cs typeface="Courier New" panose="02070309020205020404" pitchFamily="49" charset="0"/>
              </a:rPr>
              <a:t> of commit.</a:t>
            </a:r>
          </a:p>
          <a:p>
            <a:pPr marL="0" indent="0">
              <a:spcBef>
                <a:spcPts val="0"/>
              </a:spcBef>
              <a:buNone/>
            </a:pPr>
            <a:endParaRPr lang="nl-NL" sz="1600" noProof="0" dirty="0"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600" dirty="0">
                <a:cs typeface="Courier New" panose="02070309020205020404" pitchFamily="49" charset="0"/>
              </a:rPr>
              <a:t>Metadata </a:t>
            </a:r>
            <a:r>
              <a:rPr lang="nl-NL" sz="1600" noProof="0" dirty="0">
                <a:cs typeface="Courier New" panose="02070309020205020404" pitchFamily="49" charset="0"/>
              </a:rPr>
              <a:t>bestanden (staging area / cache).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508C8C-FA3D-6D37-2C61-22A932DBE59C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create repo.</a:t>
            </a:r>
          </a:p>
        </p:txBody>
      </p:sp>
    </p:spTree>
    <p:extLst>
      <p:ext uri="{BB962C8B-B14F-4D97-AF65-F5344CB8AC3E}">
        <p14:creationId xmlns:p14="http://schemas.microsoft.com/office/powerpoint/2010/main" val="3346001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17965-4CE5-4CAC-D0F6-B5F242A19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9409A-438B-37D6-01F8-AE47CF30E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Wijzigingen selecteren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C82117-B4B7-E7B3-0897-583172799485}"/>
              </a:ext>
            </a:extLst>
          </p:cNvPr>
          <p:cNvSpPr/>
          <p:nvPr/>
        </p:nvSpPr>
        <p:spPr>
          <a:xfrm>
            <a:off x="949568" y="3002191"/>
            <a:ext cx="2405576" cy="14445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r>
              <a:rPr lang="nl-NL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work_dir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600"/>
              </a:spcAft>
            </a:pP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todo.txt</a:t>
            </a:r>
          </a:p>
          <a:p>
            <a:pPr lvl="1">
              <a:spcAft>
                <a:spcPts val="600"/>
              </a:spcAft>
            </a:pP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temp.txt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D9683F-AB61-1B65-4C35-CD9B5D8580B9}"/>
              </a:ext>
            </a:extLst>
          </p:cNvPr>
          <p:cNvSpPr/>
          <p:nvPr/>
        </p:nvSpPr>
        <p:spPr>
          <a:xfrm>
            <a:off x="4893212" y="3002191"/>
            <a:ext cx="2405576" cy="14445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r>
              <a:rPr lang="nl-NL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./git/index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600"/>
              </a:spcAft>
            </a:pP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todo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txt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600"/>
              </a:spcAft>
            </a:pPr>
            <a:r>
              <a:rPr lang="nl-NL" strike="sngStrike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temp.txt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C5A8FD-4DAD-0E6F-729F-B7C5B7AF1945}"/>
              </a:ext>
            </a:extLst>
          </p:cNvPr>
          <p:cNvSpPr/>
          <p:nvPr/>
        </p:nvSpPr>
        <p:spPr>
          <a:xfrm>
            <a:off x="2861604" y="1564973"/>
            <a:ext cx="2525150" cy="7186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252000" tIns="108000" rIns="252000" bIns="108000" rtlCol="0" anchor="ctr"/>
          <a:lstStyle/>
          <a:p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-A</a:t>
            </a:r>
          </a:p>
          <a:p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&lt;file&gt;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76A9D26-5A11-12F4-D8B3-84CCC40739FA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4124179" y="2283582"/>
            <a:ext cx="0" cy="114541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06816156-CFD1-C758-9D6F-DC1CAEA2B4E4}"/>
              </a:ext>
            </a:extLst>
          </p:cNvPr>
          <p:cNvSpPr/>
          <p:nvPr/>
        </p:nvSpPr>
        <p:spPr>
          <a:xfrm>
            <a:off x="2433711" y="5024583"/>
            <a:ext cx="3376247" cy="7186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252000" tIns="108000" rIns="252000" bIns="108000" rtlCol="0" anchor="ctr"/>
          <a:lstStyle/>
          <a:p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reset &lt;file&gt;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10AA6F2-1AE4-7A12-5022-07A3FE3F8103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4121835" y="3945988"/>
            <a:ext cx="0" cy="107859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C9AFE7-DBCA-3E32-258C-E5A62EEB1629}"/>
              </a:ext>
            </a:extLst>
          </p:cNvPr>
          <p:cNvCxnSpPr>
            <a:cxnSpLocks/>
          </p:cNvCxnSpPr>
          <p:nvPr/>
        </p:nvCxnSpPr>
        <p:spPr>
          <a:xfrm flipV="1">
            <a:off x="3355145" y="3429000"/>
            <a:ext cx="15380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25C7F0B-4D7F-BE65-CB17-4D401E1159CA}"/>
              </a:ext>
            </a:extLst>
          </p:cNvPr>
          <p:cNvCxnSpPr/>
          <p:nvPr/>
        </p:nvCxnSpPr>
        <p:spPr>
          <a:xfrm flipH="1">
            <a:off x="3355145" y="3945988"/>
            <a:ext cx="15380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890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F3818-CBAB-73B0-9862-A01154A24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224A9-F672-C894-3E90-9092D16AC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Wijzigingen vastleggen</a:t>
            </a:r>
            <a:endParaRPr lang="nl-NL" sz="3600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5A51DA-7E5F-FB39-439B-55233A8BC04C}"/>
              </a:ext>
            </a:extLst>
          </p:cNvPr>
          <p:cNvSpPr/>
          <p:nvPr/>
        </p:nvSpPr>
        <p:spPr>
          <a:xfrm>
            <a:off x="949568" y="3002191"/>
            <a:ext cx="2405576" cy="14445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r>
              <a:rPr lang="nl-NL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work_dir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600"/>
              </a:spcAft>
            </a:pP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todo.txt</a:t>
            </a:r>
          </a:p>
          <a:p>
            <a:pPr lvl="1">
              <a:spcAft>
                <a:spcPts val="600"/>
              </a:spcAft>
            </a:pP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temp.txt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99AAE5-ABED-18F2-9658-73A3FCD9FB22}"/>
              </a:ext>
            </a:extLst>
          </p:cNvPr>
          <p:cNvSpPr/>
          <p:nvPr/>
        </p:nvSpPr>
        <p:spPr>
          <a:xfrm>
            <a:off x="4893212" y="3002191"/>
            <a:ext cx="2405576" cy="14445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r>
              <a:rPr lang="nl-NL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./git/index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600"/>
              </a:spcAft>
            </a:pP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todo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txt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600"/>
              </a:spcAft>
            </a:pPr>
            <a:r>
              <a:rPr lang="nl-NL" strike="sngStrike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temp.txt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8275F7E-E3ED-AE75-7809-A5930D98C8B7}"/>
              </a:ext>
            </a:extLst>
          </p:cNvPr>
          <p:cNvCxnSpPr>
            <a:cxnSpLocks/>
          </p:cNvCxnSpPr>
          <p:nvPr/>
        </p:nvCxnSpPr>
        <p:spPr>
          <a:xfrm flipV="1">
            <a:off x="3355145" y="3429000"/>
            <a:ext cx="15380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178D1E0-FC60-9234-033F-25CCFC577CB3}"/>
              </a:ext>
            </a:extLst>
          </p:cNvPr>
          <p:cNvCxnSpPr/>
          <p:nvPr/>
        </p:nvCxnSpPr>
        <p:spPr>
          <a:xfrm flipH="1">
            <a:off x="3355145" y="3945988"/>
            <a:ext cx="15380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19AB32D-3DA1-A362-6A66-AF498C30E75F}"/>
              </a:ext>
            </a:extLst>
          </p:cNvPr>
          <p:cNvSpPr/>
          <p:nvPr/>
        </p:nvSpPr>
        <p:spPr>
          <a:xfrm>
            <a:off x="8836856" y="3002191"/>
            <a:ext cx="2405576" cy="14445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r>
              <a:rPr lang="nl-NL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./git/</a:t>
            </a:r>
            <a:r>
              <a:rPr lang="nl-NL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objects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600"/>
              </a:spcAft>
            </a:pP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todo.txt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FD401B-450C-C514-27D3-DDCCE3DDDECA}"/>
              </a:ext>
            </a:extLst>
          </p:cNvPr>
          <p:cNvSpPr/>
          <p:nvPr/>
        </p:nvSpPr>
        <p:spPr>
          <a:xfrm>
            <a:off x="6786490" y="1564973"/>
            <a:ext cx="2525150" cy="7186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252000" tIns="108000" rIns="252000" bIns="108000" rtlCol="0" anchor="ctr"/>
          <a:lstStyle/>
          <a:p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–m "..."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A82A716-D059-CCE2-31B6-CD6C4444BBB0}"/>
              </a:ext>
            </a:extLst>
          </p:cNvPr>
          <p:cNvCxnSpPr>
            <a:cxnSpLocks/>
          </p:cNvCxnSpPr>
          <p:nvPr/>
        </p:nvCxnSpPr>
        <p:spPr>
          <a:xfrm>
            <a:off x="8049065" y="2131182"/>
            <a:ext cx="0" cy="159329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D498361-6E21-A5B5-015F-6C5216FD8F6A}"/>
              </a:ext>
            </a:extLst>
          </p:cNvPr>
          <p:cNvCxnSpPr>
            <a:cxnSpLocks/>
            <a:stCxn id="15" idx="3"/>
            <a:endCxn id="3" idx="1"/>
          </p:cNvCxnSpPr>
          <p:nvPr/>
        </p:nvCxnSpPr>
        <p:spPr>
          <a:xfrm>
            <a:off x="7298788" y="3724472"/>
            <a:ext cx="15380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325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897DA-F9FD-4116-20FB-073834DBD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70EF13-8F0C-68FD-9715-8AB82A32126F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124179" y="2283582"/>
            <a:ext cx="0" cy="154104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D43178D-32DE-8DC7-70EB-B469C2E2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Meer wijzigingen vastleggen</a:t>
            </a:r>
            <a:endParaRPr lang="nl-NL" sz="3600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07D927-82A3-4396-76CB-634096C4C117}"/>
              </a:ext>
            </a:extLst>
          </p:cNvPr>
          <p:cNvSpPr/>
          <p:nvPr/>
        </p:nvSpPr>
        <p:spPr>
          <a:xfrm>
            <a:off x="949568" y="3002190"/>
            <a:ext cx="2405576" cy="16448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r>
              <a:rPr lang="nl-NL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work_dir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600"/>
              </a:spcAft>
            </a:pP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todo.txt</a:t>
            </a:r>
          </a:p>
          <a:p>
            <a:pPr lvl="1">
              <a:spcAft>
                <a:spcPts val="600"/>
              </a:spcAft>
            </a:pP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temp.txt</a:t>
            </a:r>
          </a:p>
          <a:p>
            <a:pPr lvl="1">
              <a:spcAft>
                <a:spcPts val="600"/>
              </a:spcAft>
            </a:pP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shop.txt</a:t>
            </a:r>
            <a:endParaRPr lang="nl-NL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18DCB6-C177-D65D-0962-2571AD034AFB}"/>
              </a:ext>
            </a:extLst>
          </p:cNvPr>
          <p:cNvSpPr/>
          <p:nvPr/>
        </p:nvSpPr>
        <p:spPr>
          <a:xfrm>
            <a:off x="4893212" y="3002190"/>
            <a:ext cx="2405576" cy="16448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r>
              <a:rPr lang="nl-NL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./git/index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600"/>
              </a:spcAft>
            </a:pP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todo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txt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600"/>
              </a:spcAft>
            </a:pP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shop.txt</a:t>
            </a:r>
            <a:endParaRPr lang="nl-NL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600"/>
              </a:spcAft>
            </a:pPr>
            <a:r>
              <a:rPr lang="nl-NL" strike="sngStrike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temp.txt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D12316E-1296-159C-8CF9-92A6FFEF4C8F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3355144" y="3824624"/>
            <a:ext cx="15380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A23E466-B6A0-5481-BD94-98CA9874625A}"/>
              </a:ext>
            </a:extLst>
          </p:cNvPr>
          <p:cNvSpPr/>
          <p:nvPr/>
        </p:nvSpPr>
        <p:spPr>
          <a:xfrm>
            <a:off x="8836856" y="3002191"/>
            <a:ext cx="2405576" cy="16448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r>
              <a:rPr lang="nl-NL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./git/</a:t>
            </a:r>
            <a:r>
              <a:rPr lang="nl-NL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objects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600"/>
              </a:spcAft>
            </a:pP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todo.txt</a:t>
            </a:r>
          </a:p>
          <a:p>
            <a:pPr lvl="1">
              <a:spcAft>
                <a:spcPts val="600"/>
              </a:spcAft>
            </a:pP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shop.txt</a:t>
            </a:r>
            <a:endParaRPr lang="nl-NL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4ADCC2-0EEF-05F9-8FF7-F1A1690AA5B1}"/>
              </a:ext>
            </a:extLst>
          </p:cNvPr>
          <p:cNvSpPr/>
          <p:nvPr/>
        </p:nvSpPr>
        <p:spPr>
          <a:xfrm>
            <a:off x="6786490" y="1564973"/>
            <a:ext cx="2525150" cy="7186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252000" tIns="108000" rIns="252000" bIns="108000" rtlCol="0" anchor="ctr"/>
          <a:lstStyle/>
          <a:p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–m "..."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C9245F-B59A-B462-A5BD-91C4377DD64D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8049065" y="2283582"/>
            <a:ext cx="0" cy="154104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6CFF6D-B1FD-15C4-1AE8-1F1D8D7B3998}"/>
              </a:ext>
            </a:extLst>
          </p:cNvPr>
          <p:cNvCxnSpPr>
            <a:cxnSpLocks/>
            <a:stCxn id="15" idx="3"/>
            <a:endCxn id="3" idx="1"/>
          </p:cNvCxnSpPr>
          <p:nvPr/>
        </p:nvCxnSpPr>
        <p:spPr>
          <a:xfrm>
            <a:off x="7298788" y="3824624"/>
            <a:ext cx="15380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036B882-3980-36FF-557F-EAE5096B2718}"/>
              </a:ext>
            </a:extLst>
          </p:cNvPr>
          <p:cNvSpPr/>
          <p:nvPr/>
        </p:nvSpPr>
        <p:spPr>
          <a:xfrm>
            <a:off x="2861604" y="1564973"/>
            <a:ext cx="2525150" cy="7186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252000" tIns="108000" rIns="252000" bIns="108000" rtlCol="0" anchor="ctr"/>
          <a:lstStyle/>
          <a:p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shop.txt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09791-BDF1-DBE4-B2B5-5425BE2AFD9F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Initial commits.</a:t>
            </a:r>
          </a:p>
        </p:txBody>
      </p:sp>
    </p:spTree>
    <p:extLst>
      <p:ext uri="{BB962C8B-B14F-4D97-AF65-F5344CB8AC3E}">
        <p14:creationId xmlns:p14="http://schemas.microsoft.com/office/powerpoint/2010/main" val="121755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C925CA-BCA3-3701-E08E-95652380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Onder de motorkap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31C95-91AF-DF13-FB58-0DA5F2D9F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045594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66757-25CF-D007-22B8-CDA1CAC78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F71C3-4915-A101-B45B-1DCEEF9FF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Anatomie van een </a:t>
            </a:r>
            <a:r>
              <a:rPr lang="nl-NL" sz="3600" noProof="0" dirty="0" err="1"/>
              <a:t>commit</a:t>
            </a:r>
            <a:endParaRPr lang="nl-NL" sz="3600" noProof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638A57-F43F-19EE-0FE3-7B26DDEE6CB8}"/>
              </a:ext>
            </a:extLst>
          </p:cNvPr>
          <p:cNvSpPr/>
          <p:nvPr/>
        </p:nvSpPr>
        <p:spPr>
          <a:xfrm>
            <a:off x="1690469" y="1530016"/>
            <a:ext cx="2617762" cy="10562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e5f76ad</a:t>
            </a:r>
          </a:p>
          <a:p>
            <a:pPr algn="ctr"/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tree:   aa8259c</a:t>
            </a:r>
          </a:p>
          <a:p>
            <a:pPr algn="ctr"/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do"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C171C2-403E-A205-431A-4AB0ADDD2413}"/>
              </a:ext>
            </a:extLst>
          </p:cNvPr>
          <p:cNvSpPr/>
          <p:nvPr/>
        </p:nvSpPr>
        <p:spPr>
          <a:xfrm>
            <a:off x="1690468" y="3333866"/>
            <a:ext cx="2617762" cy="10562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tree: aa8259c</a:t>
            </a:r>
          </a:p>
          <a:p>
            <a:pPr algn="ctr"/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2f9a147 - todo.txt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92DEF5-439B-1935-A37D-4AAA797D946A}"/>
              </a:ext>
            </a:extLst>
          </p:cNvPr>
          <p:cNvSpPr/>
          <p:nvPr/>
        </p:nvSpPr>
        <p:spPr>
          <a:xfrm>
            <a:off x="1690468" y="5137716"/>
            <a:ext cx="2617762" cy="10562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blob</a:t>
            </a:r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2f9a147</a:t>
            </a:r>
          </a:p>
          <a:p>
            <a:pPr algn="ctr"/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shopping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52FE8E-0912-477F-4349-4C00E99B2B7C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2999349" y="2586249"/>
            <a:ext cx="1" cy="747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68A9CD-9B73-E017-7FFE-6DB6B904DA18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2999349" y="4390099"/>
            <a:ext cx="0" cy="747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BD9EA38-B6F5-F457-6553-8C6904B8F0ED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commit objects.</a:t>
            </a:r>
          </a:p>
        </p:txBody>
      </p:sp>
    </p:spTree>
    <p:extLst>
      <p:ext uri="{BB962C8B-B14F-4D97-AF65-F5344CB8AC3E}">
        <p14:creationId xmlns:p14="http://schemas.microsoft.com/office/powerpoint/2010/main" val="389775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C022-CC12-9099-E084-51AD23BAE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F4D14-0BDF-8203-C780-619163EB4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Anatomie van een </a:t>
            </a:r>
            <a:r>
              <a:rPr lang="nl-NL" sz="3600" noProof="0" dirty="0" err="1"/>
              <a:t>commit</a:t>
            </a:r>
            <a:endParaRPr lang="nl-NL" sz="3600" noProof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79F28DC-9D60-446C-2747-24AF41D3CDC7}"/>
              </a:ext>
            </a:extLst>
          </p:cNvPr>
          <p:cNvSpPr/>
          <p:nvPr/>
        </p:nvSpPr>
        <p:spPr>
          <a:xfrm>
            <a:off x="1690469" y="1530016"/>
            <a:ext cx="2617762" cy="10562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e5f76ad</a:t>
            </a:r>
          </a:p>
          <a:p>
            <a:pPr algn="ctr"/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tree:   aa8259c</a:t>
            </a:r>
          </a:p>
          <a:p>
            <a:pPr algn="ctr"/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do"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A4991A-B780-B6BA-E0F2-1EB9FA3A3F35}"/>
              </a:ext>
            </a:extLst>
          </p:cNvPr>
          <p:cNvSpPr/>
          <p:nvPr/>
        </p:nvSpPr>
        <p:spPr>
          <a:xfrm>
            <a:off x="1690468" y="3333866"/>
            <a:ext cx="2617762" cy="10562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tree: aa8259c</a:t>
            </a:r>
          </a:p>
          <a:p>
            <a:pPr algn="ctr"/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2f9a147 - todo.txt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1D3699-E1C8-4575-5320-F05ECA1BACDA}"/>
              </a:ext>
            </a:extLst>
          </p:cNvPr>
          <p:cNvSpPr/>
          <p:nvPr/>
        </p:nvSpPr>
        <p:spPr>
          <a:xfrm>
            <a:off x="1690468" y="5137716"/>
            <a:ext cx="2617762" cy="10562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blob</a:t>
            </a:r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2f9a147</a:t>
            </a:r>
          </a:p>
          <a:p>
            <a:pPr algn="ctr"/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shopping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908A9C-7EF6-48EB-A908-C12B1B68BA98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2999349" y="2586249"/>
            <a:ext cx="1" cy="747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FFB4CB-8F29-8C39-E5DC-C8C252380787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2999349" y="4390099"/>
            <a:ext cx="0" cy="747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3F0160B-B7B4-2B58-3A79-EFAC7D51EF1A}"/>
              </a:ext>
            </a:extLst>
          </p:cNvPr>
          <p:cNvSpPr/>
          <p:nvPr/>
        </p:nvSpPr>
        <p:spPr>
          <a:xfrm>
            <a:off x="7883769" y="1530016"/>
            <a:ext cx="2617762" cy="129055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a4d185e</a:t>
            </a:r>
          </a:p>
          <a:p>
            <a:pPr algn="ctr"/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tree:   05bd19c</a:t>
            </a:r>
          </a:p>
          <a:p>
            <a:pPr algn="ctr"/>
            <a:r>
              <a:rPr lang="nl-NL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e5f76ad 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shopping list"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C6AF030-865D-5E2B-ED8C-86E09E4D1315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4308231" y="2058133"/>
            <a:ext cx="35755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45F4B62-64E0-4D75-83FC-FCF174D7B451}"/>
              </a:ext>
            </a:extLst>
          </p:cNvPr>
          <p:cNvSpPr/>
          <p:nvPr/>
        </p:nvSpPr>
        <p:spPr>
          <a:xfrm>
            <a:off x="4978204" y="2393833"/>
            <a:ext cx="2426675" cy="11324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noProof="0" dirty="0">
                <a:solidFill>
                  <a:sysClr val="windowText" lastClr="000000"/>
                </a:solidFill>
              </a:rPr>
              <a:t>Verwijzing naar </a:t>
            </a:r>
            <a:r>
              <a:rPr lang="nl-NL" sz="1600" noProof="0" dirty="0" err="1">
                <a:solidFill>
                  <a:sysClr val="windowText" lastClr="000000"/>
                </a:solidFill>
              </a:rPr>
              <a:t>parent</a:t>
            </a:r>
            <a:r>
              <a:rPr lang="nl-NL" sz="1600" noProof="0" dirty="0">
                <a:solidFill>
                  <a:sysClr val="windowText" lastClr="000000"/>
                </a:solidFill>
              </a:rPr>
              <a:t>.</a:t>
            </a:r>
          </a:p>
          <a:p>
            <a:pPr algn="ctr"/>
            <a:r>
              <a:rPr lang="nl-NL" sz="1600" noProof="0" dirty="0">
                <a:solidFill>
                  <a:sysClr val="windowText" lastClr="000000"/>
                </a:solidFill>
              </a:rPr>
              <a:t>Ketting van </a:t>
            </a:r>
            <a:r>
              <a:rPr lang="nl-NL" sz="1600" noProof="0" dirty="0" err="1">
                <a:solidFill>
                  <a:sysClr val="windowText" lastClr="000000"/>
                </a:solidFill>
              </a:rPr>
              <a:t>commits</a:t>
            </a:r>
            <a:r>
              <a:rPr lang="nl-NL" sz="1600" noProof="0" dirty="0">
                <a:solidFill>
                  <a:sysClr val="windowText" lastClr="000000"/>
                </a:solidFill>
              </a:rPr>
              <a:t>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8A4807D-7B11-F425-A458-9B65B51DB99E}"/>
              </a:ext>
            </a:extLst>
          </p:cNvPr>
          <p:cNvCxnSpPr>
            <a:stCxn id="13" idx="0"/>
          </p:cNvCxnSpPr>
          <p:nvPr/>
        </p:nvCxnSpPr>
        <p:spPr>
          <a:xfrm flipV="1">
            <a:off x="6191542" y="2074985"/>
            <a:ext cx="5276" cy="318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084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701E0-84A6-DF8F-E452-85CBF8AEC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B5DA7-E302-8D29-0FD8-F347AF376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Anatomie van een </a:t>
            </a:r>
            <a:r>
              <a:rPr lang="nl-NL" sz="3600" noProof="0" dirty="0" err="1"/>
              <a:t>commit</a:t>
            </a:r>
            <a:endParaRPr lang="nl-NL" sz="3600" noProof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4653A3-D517-A07E-7A97-9861681893DF}"/>
              </a:ext>
            </a:extLst>
          </p:cNvPr>
          <p:cNvSpPr/>
          <p:nvPr/>
        </p:nvSpPr>
        <p:spPr>
          <a:xfrm>
            <a:off x="1690469" y="1530016"/>
            <a:ext cx="2617762" cy="10562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e5f76ad</a:t>
            </a:r>
          </a:p>
          <a:p>
            <a:pPr algn="ctr"/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tree:   aa8259c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do"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2B47D8A-A9A7-7F1A-4208-31062BBF1B77}"/>
              </a:ext>
            </a:extLst>
          </p:cNvPr>
          <p:cNvSpPr/>
          <p:nvPr/>
        </p:nvSpPr>
        <p:spPr>
          <a:xfrm>
            <a:off x="1690468" y="3333866"/>
            <a:ext cx="2617762" cy="10562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tree: aa8259c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2f9a147 - todo.txt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ACC0E9-22CE-8B32-E3FE-E3B14FCBE282}"/>
              </a:ext>
            </a:extLst>
          </p:cNvPr>
          <p:cNvSpPr/>
          <p:nvPr/>
        </p:nvSpPr>
        <p:spPr>
          <a:xfrm>
            <a:off x="1690468" y="5137716"/>
            <a:ext cx="2617762" cy="10562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blob</a:t>
            </a:r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2f9a147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shopping</a:t>
            </a:r>
            <a:endParaRPr lang="nl-NL" sz="1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90B31B-380F-7C96-AE12-EAF4047D41BF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2999349" y="2586249"/>
            <a:ext cx="1" cy="747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386B32-BAE3-EE7D-BCDF-1620A41626B6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2999349" y="4390099"/>
            <a:ext cx="0" cy="747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E441CF-FEB0-08A6-D219-E2602016B100}"/>
              </a:ext>
            </a:extLst>
          </p:cNvPr>
          <p:cNvSpPr/>
          <p:nvPr/>
        </p:nvSpPr>
        <p:spPr>
          <a:xfrm>
            <a:off x="7883769" y="1530016"/>
            <a:ext cx="2617762" cy="129055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a4d185e</a:t>
            </a:r>
          </a:p>
          <a:p>
            <a:pPr algn="ctr"/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tree:   05bd19c</a:t>
            </a:r>
          </a:p>
          <a:p>
            <a:pPr algn="ctr"/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e5f76ad 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shopping list"</a:t>
            </a:r>
            <a:endParaRPr lang="nl-NL" sz="1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68A7990-B361-0438-FB93-F7EDCB5ED4E5}"/>
              </a:ext>
            </a:extLst>
          </p:cNvPr>
          <p:cNvSpPr/>
          <p:nvPr/>
        </p:nvSpPr>
        <p:spPr>
          <a:xfrm>
            <a:off x="7883768" y="3333866"/>
            <a:ext cx="2617762" cy="129055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tree: 05bd19c</a:t>
            </a:r>
          </a:p>
          <a:p>
            <a:pPr algn="ctr"/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2f9a147 - todo.txt</a:t>
            </a:r>
          </a:p>
          <a:p>
            <a:pPr algn="ctr"/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a52d036 - shop.txt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FECB02-FDED-421E-BD92-DB6ECD39C895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flipH="1">
            <a:off x="9192649" y="2820572"/>
            <a:ext cx="1" cy="513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C01828D-71DD-6CA7-7FA7-AA195B6808E0}"/>
              </a:ext>
            </a:extLst>
          </p:cNvPr>
          <p:cNvSpPr/>
          <p:nvPr/>
        </p:nvSpPr>
        <p:spPr>
          <a:xfrm>
            <a:off x="4978203" y="3333866"/>
            <a:ext cx="2426675" cy="1290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noProof="0" dirty="0">
                <a:solidFill>
                  <a:sysClr val="windowText" lastClr="000000"/>
                </a:solidFill>
              </a:rPr>
              <a:t>De tree bevat nu twee bestanden.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EF34FC-A6FE-6EC6-579E-61AFDBABA624}"/>
              </a:ext>
            </a:extLst>
          </p:cNvPr>
          <p:cNvCxnSpPr>
            <a:cxnSpLocks/>
            <a:stCxn id="14" idx="3"/>
            <a:endCxn id="4" idx="1"/>
          </p:cNvCxnSpPr>
          <p:nvPr/>
        </p:nvCxnSpPr>
        <p:spPr>
          <a:xfrm>
            <a:off x="7404878" y="3979144"/>
            <a:ext cx="4788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1096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D73B0-6D99-9F79-9870-64FBDAE37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638C7-EBCB-8265-DDC8-D32D821E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Anatomie van een </a:t>
            </a:r>
            <a:r>
              <a:rPr lang="nl-NL" sz="3600" noProof="0" dirty="0" err="1"/>
              <a:t>commit</a:t>
            </a:r>
            <a:endParaRPr lang="nl-NL" sz="3600" noProof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E2C776-BDBD-89E2-2D03-BF130A0AF948}"/>
              </a:ext>
            </a:extLst>
          </p:cNvPr>
          <p:cNvSpPr/>
          <p:nvPr/>
        </p:nvSpPr>
        <p:spPr>
          <a:xfrm>
            <a:off x="1690469" y="1530016"/>
            <a:ext cx="2617762" cy="10562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e5f76ad</a:t>
            </a:r>
          </a:p>
          <a:p>
            <a:pPr algn="ctr"/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tree:   aa8259c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do"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52C666-D540-7604-7DA3-FCD8100CF3E6}"/>
              </a:ext>
            </a:extLst>
          </p:cNvPr>
          <p:cNvSpPr/>
          <p:nvPr/>
        </p:nvSpPr>
        <p:spPr>
          <a:xfrm>
            <a:off x="1690468" y="3333866"/>
            <a:ext cx="2617762" cy="10562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tree: aa8259c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2f9a147 - todo.txt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E90628F-60C4-236D-F820-9E9C53CC5CA6}"/>
              </a:ext>
            </a:extLst>
          </p:cNvPr>
          <p:cNvSpPr/>
          <p:nvPr/>
        </p:nvSpPr>
        <p:spPr>
          <a:xfrm>
            <a:off x="1690468" y="5137716"/>
            <a:ext cx="2617762" cy="10562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blob</a:t>
            </a:r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2f9a147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shopping</a:t>
            </a:r>
            <a:endParaRPr lang="nl-NL" sz="1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DC1D71-B217-E33A-D0E4-A0254F633899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2999349" y="2586249"/>
            <a:ext cx="1" cy="747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9725FF-7065-8598-9F6C-4AE87753DEF4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2999349" y="4390099"/>
            <a:ext cx="0" cy="747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3F5CDC8-8D35-6E51-3A8A-20E0A38B44E2}"/>
              </a:ext>
            </a:extLst>
          </p:cNvPr>
          <p:cNvSpPr/>
          <p:nvPr/>
        </p:nvSpPr>
        <p:spPr>
          <a:xfrm>
            <a:off x="7883769" y="1530016"/>
            <a:ext cx="2617762" cy="129055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a4d185e</a:t>
            </a:r>
          </a:p>
          <a:p>
            <a:pPr algn="ctr"/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tree:   05bd19c</a:t>
            </a:r>
          </a:p>
          <a:p>
            <a:pPr algn="ctr"/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e5f76ad 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shopping list"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BB7553-E6A9-36D2-8046-0579152BDAFF}"/>
              </a:ext>
            </a:extLst>
          </p:cNvPr>
          <p:cNvSpPr/>
          <p:nvPr/>
        </p:nvSpPr>
        <p:spPr>
          <a:xfrm>
            <a:off x="7883768" y="3333866"/>
            <a:ext cx="2617762" cy="129055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tree: 05bd19c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2f9a147 - todo.txt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a52d036 - shop.txt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58A2A7-F3CB-6805-3F6E-438E2F9244D1}"/>
              </a:ext>
            </a:extLst>
          </p:cNvPr>
          <p:cNvSpPr/>
          <p:nvPr/>
        </p:nvSpPr>
        <p:spPr>
          <a:xfrm>
            <a:off x="7883767" y="5137716"/>
            <a:ext cx="2617762" cy="10562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blob</a:t>
            </a:r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a52d036</a:t>
            </a:r>
          </a:p>
          <a:p>
            <a:pPr algn="ctr"/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pizza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CEED59-DF79-D094-95D5-6DDA196BFEAD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flipH="1">
            <a:off x="9192649" y="2820572"/>
            <a:ext cx="1" cy="513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FA3733-ED9A-85F0-B00F-7832E8E3D341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9192648" y="4624422"/>
            <a:ext cx="1" cy="513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C711E6B4-2064-F798-1BC5-FF993C8138D2}"/>
              </a:ext>
            </a:extLst>
          </p:cNvPr>
          <p:cNvCxnSpPr>
            <a:cxnSpLocks/>
            <a:stCxn id="4" idx="1"/>
            <a:endCxn id="8" idx="3"/>
          </p:cNvCxnSpPr>
          <p:nvPr/>
        </p:nvCxnSpPr>
        <p:spPr>
          <a:xfrm rot="10800000" flipV="1">
            <a:off x="4308230" y="3979143"/>
            <a:ext cx="3575538" cy="168668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CF068B5-CC0B-40AC-2F3C-5E7E5882082B}"/>
              </a:ext>
            </a:extLst>
          </p:cNvPr>
          <p:cNvSpPr/>
          <p:nvPr/>
        </p:nvSpPr>
        <p:spPr>
          <a:xfrm>
            <a:off x="4749420" y="4256264"/>
            <a:ext cx="2681785" cy="11324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noProof="0" dirty="0">
                <a:solidFill>
                  <a:sysClr val="windowText" lastClr="000000"/>
                </a:solidFill>
              </a:rPr>
              <a:t>Verwijzing naar </a:t>
            </a:r>
            <a:r>
              <a:rPr lang="nl-NL" sz="1600" noProof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todo.txt</a:t>
            </a:r>
            <a:r>
              <a:rPr lang="nl-NL" sz="1600" noProof="0" dirty="0">
                <a:solidFill>
                  <a:sysClr val="windowText" lastClr="000000"/>
                </a:solidFill>
              </a:rPr>
              <a:t>.</a:t>
            </a:r>
          </a:p>
          <a:p>
            <a:pPr algn="ctr"/>
            <a:r>
              <a:rPr lang="nl-NL" sz="1600" noProof="0" dirty="0">
                <a:solidFill>
                  <a:sysClr val="windowText" lastClr="000000"/>
                </a:solidFill>
              </a:rPr>
              <a:t>Niet dubbel opgeslagen!</a:t>
            </a:r>
          </a:p>
        </p:txBody>
      </p:sp>
    </p:spTree>
    <p:extLst>
      <p:ext uri="{BB962C8B-B14F-4D97-AF65-F5344CB8AC3E}">
        <p14:creationId xmlns:p14="http://schemas.microsoft.com/office/powerpoint/2010/main" val="1890831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034D4-FC83-1A3D-A403-35B2F65C0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5181B-FA75-2CE8-8892-78F0CAD4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Anatomie van een </a:t>
            </a:r>
            <a:r>
              <a:rPr lang="nl-NL" sz="3600" noProof="0" dirty="0" err="1"/>
              <a:t>commit</a:t>
            </a:r>
            <a:endParaRPr lang="nl-NL" sz="3600" noProof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6CF1BC-6EC3-FBB5-3184-074CD0D667CC}"/>
              </a:ext>
            </a:extLst>
          </p:cNvPr>
          <p:cNvSpPr/>
          <p:nvPr/>
        </p:nvSpPr>
        <p:spPr>
          <a:xfrm>
            <a:off x="1690469" y="1530016"/>
            <a:ext cx="2617762" cy="10562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e5f76ad</a:t>
            </a:r>
          </a:p>
          <a:p>
            <a:pPr algn="ctr"/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tree:   aa8259c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do"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810459-B585-02CB-0A59-51DD389359C6}"/>
              </a:ext>
            </a:extLst>
          </p:cNvPr>
          <p:cNvSpPr/>
          <p:nvPr/>
        </p:nvSpPr>
        <p:spPr>
          <a:xfrm>
            <a:off x="1690468" y="3333866"/>
            <a:ext cx="2617762" cy="10562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tree: aa8259c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2f9a147 - todo.txt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FF1096-ADD0-2C0B-5D19-23F6D3193FB7}"/>
              </a:ext>
            </a:extLst>
          </p:cNvPr>
          <p:cNvSpPr/>
          <p:nvPr/>
        </p:nvSpPr>
        <p:spPr>
          <a:xfrm>
            <a:off x="1690468" y="5137716"/>
            <a:ext cx="2617762" cy="10562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blob</a:t>
            </a:r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2f9a147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shopping</a:t>
            </a:r>
            <a:endParaRPr lang="nl-NL" sz="1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321086-AF99-367C-E4F0-84B1F77EC198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2999349" y="2586249"/>
            <a:ext cx="1" cy="747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39A1D6-E63D-C7E0-96A8-A16686FE6BDC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2999349" y="4390099"/>
            <a:ext cx="0" cy="747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885F3E2-FC5D-E60D-200D-DDDEF3415F88}"/>
              </a:ext>
            </a:extLst>
          </p:cNvPr>
          <p:cNvSpPr/>
          <p:nvPr/>
        </p:nvSpPr>
        <p:spPr>
          <a:xfrm>
            <a:off x="7883769" y="1530016"/>
            <a:ext cx="2617762" cy="129055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a4d185e</a:t>
            </a:r>
          </a:p>
          <a:p>
            <a:pPr algn="ctr"/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tree:   05bd19c</a:t>
            </a:r>
          </a:p>
          <a:p>
            <a:pPr algn="ctr"/>
            <a:r>
              <a:rPr lang="nl-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e5f76ad 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shopping list"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03C509-0BE6-A3D4-8FED-BEDA7A802611}"/>
              </a:ext>
            </a:extLst>
          </p:cNvPr>
          <p:cNvSpPr/>
          <p:nvPr/>
        </p:nvSpPr>
        <p:spPr>
          <a:xfrm>
            <a:off x="7883768" y="3333866"/>
            <a:ext cx="2617762" cy="129055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tree: 05bd19c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2f9a147 - todo.txt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a52d036 - shop.txt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3AC926C-BD7C-29A8-8E9C-D2735F8BC0B9}"/>
              </a:ext>
            </a:extLst>
          </p:cNvPr>
          <p:cNvSpPr/>
          <p:nvPr/>
        </p:nvSpPr>
        <p:spPr>
          <a:xfrm>
            <a:off x="7883767" y="5137716"/>
            <a:ext cx="2617762" cy="10562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blob</a:t>
            </a:r>
            <a:r>
              <a:rPr lang="nl-NL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 a52d036</a:t>
            </a:r>
          </a:p>
          <a:p>
            <a:pPr algn="ctr"/>
            <a:r>
              <a:rPr lang="nl-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pizza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A0D44C-ABAA-3ABE-DF89-D61A13C9A63E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flipH="1">
            <a:off x="9192649" y="2820572"/>
            <a:ext cx="1" cy="513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065E98-0C92-2A61-DC5A-305522B48B7F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9192648" y="4624422"/>
            <a:ext cx="1" cy="513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9F59751-E6C0-404E-0CB8-4C28342761E7}"/>
              </a:ext>
            </a:extLst>
          </p:cNvPr>
          <p:cNvSpPr/>
          <p:nvPr/>
        </p:nvSpPr>
        <p:spPr>
          <a:xfrm>
            <a:off x="4978204" y="5137716"/>
            <a:ext cx="2426675" cy="10562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noProof="0" dirty="0">
                <a:solidFill>
                  <a:sysClr val="windowText" lastClr="000000"/>
                </a:solidFill>
              </a:rPr>
              <a:t>Nieuwe </a:t>
            </a:r>
            <a:r>
              <a:rPr lang="nl-NL" sz="1600" noProof="0" dirty="0" err="1">
                <a:solidFill>
                  <a:sysClr val="windowText" lastClr="000000"/>
                </a:solidFill>
              </a:rPr>
              <a:t>blob</a:t>
            </a:r>
            <a:r>
              <a:rPr lang="nl-NL" sz="1600" noProof="0" dirty="0">
                <a:solidFill>
                  <a:sysClr val="windowText" lastClr="000000"/>
                </a:solidFill>
              </a:rPr>
              <a:t> voor </a:t>
            </a:r>
            <a:r>
              <a:rPr lang="nl-NL" sz="1600" noProof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shop.txt</a:t>
            </a:r>
            <a:endParaRPr lang="nl-NL" sz="1600" noProof="0" dirty="0">
              <a:solidFill>
                <a:sysClr val="windowText" lastClr="00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767EC0-37C4-11BE-69AB-4B73E4FED046}"/>
              </a:ext>
            </a:extLst>
          </p:cNvPr>
          <p:cNvCxnSpPr>
            <a:stCxn id="13" idx="3"/>
            <a:endCxn id="5" idx="1"/>
          </p:cNvCxnSpPr>
          <p:nvPr/>
        </p:nvCxnSpPr>
        <p:spPr>
          <a:xfrm>
            <a:off x="7404879" y="5665833"/>
            <a:ext cx="4788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8C87E5C-59D7-4881-E7FD-6C34A6DC181D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commit added file.</a:t>
            </a:r>
          </a:p>
        </p:txBody>
      </p:sp>
    </p:spTree>
    <p:extLst>
      <p:ext uri="{BB962C8B-B14F-4D97-AF65-F5344CB8AC3E}">
        <p14:creationId xmlns:p14="http://schemas.microsoft.com/office/powerpoint/2010/main" val="567649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C4855-B453-50DD-76F3-D3207F5D2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C8F3C-59C9-0604-5FEB-E95D26D89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Een goede </a:t>
            </a:r>
            <a:r>
              <a:rPr lang="nl-NL" sz="3600" noProof="0" dirty="0" err="1"/>
              <a:t>commit</a:t>
            </a:r>
            <a:r>
              <a:rPr lang="nl-NL" sz="3600" noProof="0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34D49-871A-6199-EA83-2BCC023BB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6223782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b="1" noProof="0" dirty="0">
                <a:cs typeface="Courier New" panose="02070309020205020404" pitchFamily="49" charset="0"/>
              </a:rPr>
              <a:t>Heeft een duidelijke omschrijving: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Omschrijving moet de lading dekken.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Begin met een werkwoord; "</a:t>
            </a:r>
            <a:r>
              <a:rPr lang="nl-NL" sz="1800" noProof="0" dirty="0" err="1">
                <a:cs typeface="Courier New" panose="02070309020205020404" pitchFamily="49" charset="0"/>
              </a:rPr>
              <a:t>Add</a:t>
            </a:r>
            <a:r>
              <a:rPr lang="nl-NL" sz="1800" noProof="0" dirty="0">
                <a:cs typeface="Courier New" panose="02070309020205020404" pitchFamily="49" charset="0"/>
              </a:rPr>
              <a:t> tests </a:t>
            </a:r>
            <a:r>
              <a:rPr lang="nl-NL" sz="1800" noProof="0" dirty="0" err="1">
                <a:cs typeface="Courier New" panose="02070309020205020404" pitchFamily="49" charset="0"/>
              </a:rPr>
              <a:t>for</a:t>
            </a:r>
            <a:r>
              <a:rPr lang="nl-NL" sz="1800" noProof="0" dirty="0">
                <a:cs typeface="Courier New" panose="02070309020205020404" pitchFamily="49" charset="0"/>
              </a:rPr>
              <a:t> module X".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Eén duidelijke focus.</a:t>
            </a:r>
          </a:p>
          <a:p>
            <a:pPr marL="0" indent="0">
              <a:buNone/>
            </a:pPr>
            <a:endParaRPr lang="nl-NL" sz="1800" b="1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b="1" noProof="0" dirty="0">
                <a:cs typeface="Courier New" panose="02070309020205020404" pitchFamily="49" charset="0"/>
              </a:rPr>
              <a:t>Bevat een afgebakend stukje werk:</a:t>
            </a:r>
          </a:p>
          <a:p>
            <a:pPr>
              <a:buFontTx/>
              <a:buChar char="-"/>
            </a:pPr>
            <a:r>
              <a:rPr lang="nl-NL" sz="1800" noProof="0" dirty="0" err="1">
                <a:cs typeface="Courier New" panose="02070309020205020404" pitchFamily="49" charset="0"/>
              </a:rPr>
              <a:t>Refactor</a:t>
            </a:r>
            <a:r>
              <a:rPr lang="nl-NL" sz="1800" noProof="0" dirty="0">
                <a:cs typeface="Courier New" panose="02070309020205020404" pitchFamily="49" charset="0"/>
              </a:rPr>
              <a:t> van één class of functie.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Liever kleinere dan grotere </a:t>
            </a:r>
            <a:r>
              <a:rPr lang="nl-NL" sz="1800" noProof="0" dirty="0" err="1">
                <a:cs typeface="Courier New" panose="02070309020205020404" pitchFamily="49" charset="0"/>
              </a:rPr>
              <a:t>commits</a:t>
            </a:r>
            <a:r>
              <a:rPr lang="nl-NL" sz="1800" noProof="0" dirty="0"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b="1" noProof="0" dirty="0">
                <a:cs typeface="Courier New" panose="02070309020205020404" pitchFamily="49" charset="0"/>
              </a:rPr>
              <a:t>Je werk is pas vastgelegd als je een commit maakt!</a:t>
            </a: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8AD7044-CD48-5888-7401-3F00C7AE0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761" y="1518054"/>
            <a:ext cx="3740039" cy="382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842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F3661-DE8B-8DEA-2078-F13BFB491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3636-956B-4705-7CD0-11223AC72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Bestanden negeren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6E258-42A6-F674-69AE-A931851BB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6223782" cy="472069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Sommige bestanden wil je niet in je repository, bijvoorbeeld: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Cache bestanden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Data bestanden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Virtuele omgevingen</a:t>
            </a: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Elke keer uitsluiten of verwijderen is vermoeiend…</a:t>
            </a:r>
          </a:p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Oplossing: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nl-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Tekstbestand met bestanden of paden die uitgesloten zijn.</a:t>
            </a:r>
          </a:p>
          <a:p>
            <a:pPr marL="0" indent="0">
              <a:buNone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nl-NL" sz="1800" noProof="0" dirty="0">
                <a:cs typeface="Courier New" panose="02070309020205020404" pitchFamily="49" charset="0"/>
              </a:rPr>
              <a:t>	Commentaar.</a:t>
            </a:r>
          </a:p>
          <a:p>
            <a:pPr marL="0" indent="0">
              <a:buNone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nl-NL" sz="1800" noProof="0" dirty="0">
                <a:cs typeface="Courier New" panose="02070309020205020404" pitchFamily="49" charset="0"/>
              </a:rPr>
              <a:t>	Negeer hele directory.</a:t>
            </a:r>
          </a:p>
          <a:p>
            <a:pPr marL="0" indent="0">
              <a:buNone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nl-NL" sz="1800" noProof="0" dirty="0">
                <a:cs typeface="Courier New" panose="02070309020205020404" pitchFamily="49" charset="0"/>
              </a:rPr>
              <a:t>	Meerdere willekeurige tekens.</a:t>
            </a:r>
          </a:p>
          <a:p>
            <a:pPr marL="0" indent="0">
              <a:buNone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[...]</a:t>
            </a:r>
            <a:r>
              <a:rPr lang="nl-NL" sz="1800" noProof="0" dirty="0">
                <a:cs typeface="Courier New" panose="02070309020205020404" pitchFamily="49" charset="0"/>
              </a:rPr>
              <a:t>	Set van tekens.</a:t>
            </a:r>
          </a:p>
          <a:p>
            <a:pPr marL="0" indent="0">
              <a:buNone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!	</a:t>
            </a:r>
            <a:r>
              <a:rPr lang="nl-NL" sz="1800" noProof="0" dirty="0">
                <a:cs typeface="Courier New" panose="02070309020205020404" pitchFamily="49" charset="0"/>
              </a:rPr>
              <a:t>Uitzondering, niet genegeerd.</a:t>
            </a: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B2FA0C-E1A6-7523-C0BE-0C974703F1A0}"/>
              </a:ext>
            </a:extLst>
          </p:cNvPr>
          <p:cNvSpPr/>
          <p:nvPr/>
        </p:nvSpPr>
        <p:spPr>
          <a:xfrm>
            <a:off x="8018682" y="1244169"/>
            <a:ext cx="3734875" cy="41804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52000" tIns="252000" rIns="252000" bIns="252000" rtlCol="0" anchor="t" anchorCtr="0"/>
          <a:lstStyle/>
          <a:p>
            <a:r>
              <a:rPr lang="nl-NL" sz="1400" b="0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Cache files.</a:t>
            </a:r>
            <a:endParaRPr lang="nl-NL" sz="1400" b="0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nl-NL" sz="1400" b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pycache</a:t>
            </a:r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__/</a:t>
            </a:r>
          </a:p>
          <a:p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*.</a:t>
            </a:r>
            <a:r>
              <a:rPr lang="nl-NL" sz="1400" b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nl-NL" sz="1400" b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cod</a:t>
            </a:r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endParaRPr lang="nl-NL" sz="1400" noProof="0" dirty="0">
              <a:solidFill>
                <a:srgbClr val="CC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b="0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Notebook </a:t>
            </a:r>
            <a:r>
              <a:rPr lang="nl-NL" sz="1400" b="0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checkpoints</a:t>
            </a:r>
            <a:r>
              <a:rPr lang="nl-NL" sz="1400" b="0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nl-NL" sz="1400" b="0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sz="1400" noProof="0" dirty="0" err="1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ipynb_checkpoints</a:t>
            </a:r>
            <a:endParaRPr lang="nl-NL" sz="1400" noProof="0" dirty="0">
              <a:solidFill>
                <a:srgbClr val="CC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 sz="1400" b="0" noProof="0" dirty="0">
              <a:solidFill>
                <a:srgbClr val="6A9955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b="0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Data folder.</a:t>
            </a:r>
          </a:p>
          <a:p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data/**</a:t>
            </a:r>
          </a:p>
          <a:p>
            <a:r>
              <a:rPr lang="nl-NL" sz="1400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!data/.</a:t>
            </a:r>
            <a:r>
              <a:rPr lang="nl-NL" sz="1400" noProof="0" dirty="0" err="1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gitkeep</a:t>
            </a:r>
            <a:endParaRPr lang="nl-NL" sz="1400" b="0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 sz="1400" noProof="0" dirty="0">
              <a:solidFill>
                <a:srgbClr val="CC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b="0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Virtual environments.</a:t>
            </a:r>
          </a:p>
          <a:p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sz="1400" b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env</a:t>
            </a:r>
            <a:endParaRPr lang="nl-NL" sz="1400" b="0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sz="1400" b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endParaRPr lang="nl-NL" sz="1400" b="0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b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env</a:t>
            </a:r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ENV/</a:t>
            </a:r>
          </a:p>
          <a:p>
            <a:r>
              <a:rPr lang="nl-NL" sz="1400" b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7BFF33-9256-6CDF-1D8F-1A2C536EBB64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.</a:t>
            </a:r>
            <a:r>
              <a:rPr lang="en-US" sz="1400" dirty="0" err="1"/>
              <a:t>gitignore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44703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23232-5F60-C711-4174-C6FA2C607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0236C-F0B1-3A56-592A-3D1BC6D01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Bestanden negeren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1AE7F-0701-08C1-985E-EDF70FC9D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6223782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b="1" noProof="0" dirty="0">
                <a:cs typeface="Courier New" panose="02070309020205020404" pitchFamily="49" charset="0"/>
              </a:rPr>
              <a:t>Voordeel:</a:t>
            </a:r>
          </a:p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Een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r>
              <a:rPr lang="nl-NL" sz="1800" noProof="0" dirty="0">
                <a:cs typeface="Courier New" panose="02070309020205020404" pitchFamily="49" charset="0"/>
              </a:rPr>
              <a:t> zit in het </a:t>
            </a:r>
            <a:r>
              <a:rPr lang="nl-NL" sz="1800" noProof="0" dirty="0" err="1">
                <a:cs typeface="Courier New" panose="02070309020205020404" pitchFamily="49" charset="0"/>
              </a:rPr>
              <a:t>repo</a:t>
            </a:r>
            <a:r>
              <a:rPr lang="nl-NL" sz="1800" noProof="0" dirty="0">
                <a:cs typeface="Courier New" panose="02070309020205020404" pitchFamily="49" charset="0"/>
              </a:rPr>
              <a:t> en is met iedereen gedeeld.</a:t>
            </a: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b="1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b="1" noProof="0" dirty="0">
                <a:cs typeface="Courier New" panose="02070309020205020404" pitchFamily="49" charset="0"/>
              </a:rPr>
              <a:t>Let op:</a:t>
            </a:r>
          </a:p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De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r>
              <a:rPr lang="nl-NL" sz="1800" noProof="0" dirty="0">
                <a:cs typeface="Courier New" panose="02070309020205020404" pitchFamily="49" charset="0"/>
              </a:rPr>
              <a:t> heeft </a:t>
            </a:r>
            <a:r>
              <a:rPr lang="nl-NL" sz="1800" b="1" noProof="0" dirty="0">
                <a:cs typeface="Courier New" panose="02070309020205020404" pitchFamily="49" charset="0"/>
              </a:rPr>
              <a:t>geen effect</a:t>
            </a:r>
            <a:r>
              <a:rPr lang="nl-NL" sz="1800" noProof="0" dirty="0">
                <a:cs typeface="Courier New" panose="02070309020205020404" pitchFamily="49" charset="0"/>
              </a:rPr>
              <a:t> op bestanden in het </a:t>
            </a:r>
            <a:r>
              <a:rPr lang="nl-NL" sz="1800" noProof="0" dirty="0" err="1">
                <a:cs typeface="Courier New" panose="02070309020205020404" pitchFamily="49" charset="0"/>
              </a:rPr>
              <a:t>repo</a:t>
            </a:r>
            <a:r>
              <a:rPr lang="nl-NL" sz="1800" noProof="0" dirty="0">
                <a:cs typeface="Courier New" panose="02070309020205020404" pitchFamily="49" charset="0"/>
              </a:rPr>
              <a:t>!</a:t>
            </a:r>
          </a:p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Ongewenste bestanden in een </a:t>
            </a:r>
            <a:r>
              <a:rPr lang="nl-NL" sz="1800" noProof="0" dirty="0" err="1">
                <a:cs typeface="Courier New" panose="02070309020205020404" pitchFamily="49" charset="0"/>
              </a:rPr>
              <a:t>repo</a:t>
            </a:r>
            <a:r>
              <a:rPr lang="nl-NL" sz="1800" noProof="0" dirty="0">
                <a:cs typeface="Courier New" panose="02070309020205020404" pitchFamily="49" charset="0"/>
              </a:rPr>
              <a:t> moet je eerst verwijderen.</a:t>
            </a:r>
          </a:p>
          <a:p>
            <a:pPr marL="0" indent="0">
              <a:buNone/>
            </a:pPr>
            <a:endParaRPr lang="nl-NL" sz="1800" b="1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b="1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b="1" noProof="0" dirty="0">
                <a:cs typeface="Courier New" panose="02070309020205020404" pitchFamily="49" charset="0"/>
              </a:rPr>
              <a:t>Weetjes:</a:t>
            </a:r>
            <a:endParaRPr lang="nl-NL" sz="1800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Elke directory kan een eigen .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r>
              <a:rPr lang="nl-NL" sz="1800" noProof="0" dirty="0">
                <a:cs typeface="Courier New" panose="02070309020205020404" pitchFamily="49" charset="0"/>
              </a:rPr>
              <a:t> hebben.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Een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r>
              <a:rPr lang="nl-NL" sz="1800" noProof="0" dirty="0">
                <a:cs typeface="Courier New" panose="02070309020205020404" pitchFamily="49" charset="0"/>
              </a:rPr>
              <a:t> gaat voor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.git/info/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exclude</a:t>
            </a:r>
            <a:r>
              <a:rPr lang="nl-NL" sz="1800" noProof="0" dirty="0">
                <a:cs typeface="Courier New" panose="02070309020205020404" pitchFamily="49" charset="0"/>
              </a:rPr>
              <a:t>.</a:t>
            </a:r>
            <a:endParaRPr lang="nl-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042A5B-C78A-418E-43E4-73599C34A93C}"/>
              </a:ext>
            </a:extLst>
          </p:cNvPr>
          <p:cNvSpPr/>
          <p:nvPr/>
        </p:nvSpPr>
        <p:spPr>
          <a:xfrm>
            <a:off x="8018682" y="1244169"/>
            <a:ext cx="3734875" cy="41804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52000" tIns="252000" rIns="252000" bIns="252000" rtlCol="0" anchor="t" anchorCtr="0"/>
          <a:lstStyle/>
          <a:p>
            <a:r>
              <a:rPr lang="nl-NL" sz="1400" b="0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Cache files.</a:t>
            </a:r>
            <a:endParaRPr lang="nl-NL" sz="1400" b="0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nl-NL" sz="1400" b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pycache</a:t>
            </a:r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__/</a:t>
            </a:r>
          </a:p>
          <a:p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*.</a:t>
            </a:r>
            <a:r>
              <a:rPr lang="nl-NL" sz="1400" b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nl-NL" sz="1400" b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cod</a:t>
            </a:r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endParaRPr lang="nl-NL" sz="1400" noProof="0" dirty="0">
              <a:solidFill>
                <a:srgbClr val="CC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b="0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Notebook </a:t>
            </a:r>
            <a:r>
              <a:rPr lang="nl-NL" sz="1400" b="0" noProof="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checkpoints</a:t>
            </a:r>
            <a:r>
              <a:rPr lang="nl-NL" sz="1400" b="0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nl-NL" sz="1400" b="0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sz="1400" noProof="0" dirty="0" err="1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ipynb_checkpoints</a:t>
            </a:r>
            <a:endParaRPr lang="nl-NL" sz="1400" noProof="0" dirty="0">
              <a:solidFill>
                <a:srgbClr val="CC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 sz="1400" b="0" noProof="0" dirty="0">
              <a:solidFill>
                <a:srgbClr val="6A9955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b="0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Data folder.</a:t>
            </a:r>
          </a:p>
          <a:p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data/**</a:t>
            </a:r>
          </a:p>
          <a:p>
            <a:r>
              <a:rPr lang="nl-NL" sz="1400" noProof="0" dirty="0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!data/.</a:t>
            </a:r>
            <a:r>
              <a:rPr lang="nl-NL" sz="1400" noProof="0" dirty="0" err="1">
                <a:solidFill>
                  <a:srgbClr val="CCCC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gitkeep</a:t>
            </a:r>
            <a:endParaRPr lang="nl-NL" sz="1400" b="0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 sz="1400" noProof="0" dirty="0">
              <a:solidFill>
                <a:srgbClr val="CCCC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b="0" noProof="0" dirty="0">
                <a:solidFill>
                  <a:srgbClr val="6A99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Virtual environments.</a:t>
            </a:r>
          </a:p>
          <a:p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sz="1400" b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env</a:t>
            </a:r>
            <a:endParaRPr lang="nl-NL" sz="1400" b="0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sz="1400" b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endParaRPr lang="nl-NL" sz="1400" b="0" noProof="0" dirty="0">
              <a:solidFill>
                <a:srgbClr val="CCCCC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1400" b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env</a:t>
            </a:r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ENV/</a:t>
            </a:r>
          </a:p>
          <a:p>
            <a:r>
              <a:rPr lang="nl-NL" sz="1400" b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r>
              <a:rPr lang="nl-NL" sz="1400" b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4820201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46922-AFF4-1D03-0903-97AE91BAE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49F2B3-AC21-DEB4-82B2-366DB05D3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Wijzigingen beheren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09B2E-B59A-E258-83B8-601DB579F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4041647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1BF36-7466-64FE-6F94-3CA92D6C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F385-69DE-17BB-C8BC-AC4BA6D58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Wijzigingen weergeven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6085F-9095-B326-E647-2E178912C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6223782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Vergelijken werk directory en index:</a:t>
            </a:r>
          </a:p>
          <a:p>
            <a:pPr marL="0" indent="0">
              <a:buNone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diff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&lt;file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b="1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rood</a:t>
            </a:r>
            <a:r>
              <a:rPr lang="nl-NL" sz="1800" noProof="0" dirty="0">
                <a:cs typeface="Courier New" panose="02070309020205020404" pitchFamily="49" charset="0"/>
              </a:rPr>
              <a:t>		Verwijderde regels.</a:t>
            </a:r>
          </a:p>
          <a:p>
            <a:pPr marL="0" indent="0">
              <a:buNone/>
            </a:pPr>
            <a:r>
              <a:rPr lang="nl-NL" sz="1800" b="1" noProof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groen</a:t>
            </a:r>
            <a:r>
              <a:rPr lang="nl-NL" sz="1800" noProof="0" dirty="0">
                <a:cs typeface="Courier New" panose="02070309020205020404" pitchFamily="49" charset="0"/>
              </a:rPr>
              <a:t>	Toegevoegde regels.</a:t>
            </a:r>
          </a:p>
          <a:p>
            <a:pPr marL="0" indent="0">
              <a:buNone/>
            </a:pPr>
            <a:r>
              <a:rPr lang="nl-NL" sz="1800" b="1" noProof="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grijs</a:t>
            </a:r>
            <a:r>
              <a:rPr lang="nl-NL" sz="1800" noProof="0" dirty="0">
                <a:cs typeface="Courier New" panose="02070309020205020404" pitchFamily="49" charset="0"/>
              </a:rPr>
              <a:t>	Ongewijzigde regels.</a:t>
            </a:r>
            <a:endParaRPr lang="nl-NL" sz="1800" b="1" noProof="0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Gelijke stukken code (zo goed mogelijk) </a:t>
            </a:r>
            <a:r>
              <a:rPr lang="nl-NL" sz="1800" noProof="0" dirty="0" err="1">
                <a:cs typeface="Courier New" panose="02070309020205020404" pitchFamily="49" charset="0"/>
              </a:rPr>
              <a:t>gematched</a:t>
            </a:r>
            <a:r>
              <a:rPr lang="nl-NL" sz="1800" noProof="0" dirty="0"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Let op: vergelijkt met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nl-NL" sz="1800" noProof="0" dirty="0">
                <a:cs typeface="Courier New" panose="02070309020205020404" pitchFamily="49" charset="0"/>
              </a:rPr>
              <a:t>, doe dit voor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1800" noProof="0" dirty="0">
                <a:cs typeface="Courier New" panose="02070309020205020404" pitchFamily="49" charset="0"/>
              </a:rPr>
              <a:t>!</a:t>
            </a:r>
          </a:p>
          <a:p>
            <a:pPr marL="0" indent="0">
              <a:buNone/>
            </a:pPr>
            <a:endParaRPr lang="nl-NL" sz="1800" b="1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b="1" noProof="0" dirty="0">
              <a:cs typeface="Courier New" panose="020703090202050204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72A499-45C1-457F-F7F3-A03AD992D5F1}"/>
              </a:ext>
            </a:extLst>
          </p:cNvPr>
          <p:cNvGrpSpPr/>
          <p:nvPr/>
        </p:nvGrpSpPr>
        <p:grpSpPr>
          <a:xfrm>
            <a:off x="8018682" y="1244169"/>
            <a:ext cx="3734875" cy="4180407"/>
            <a:chOff x="8018682" y="1244169"/>
            <a:chExt cx="3734875" cy="418040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E4508E2-C8C4-EB9C-7BB5-4D96433F1377}"/>
                </a:ext>
              </a:extLst>
            </p:cNvPr>
            <p:cNvSpPr/>
            <p:nvPr/>
          </p:nvSpPr>
          <p:spPr>
            <a:xfrm>
              <a:off x="8018682" y="1244169"/>
              <a:ext cx="3734875" cy="418040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pic>
          <p:nvPicPr>
            <p:cNvPr id="6" name="Picture 5" descr="A screen shot of a computer program&#10;&#10;Description automatically generated">
              <a:extLst>
                <a:ext uri="{FF2B5EF4-FFF2-40B4-BE49-F238E27FC236}">
                  <a16:creationId xmlns:a16="http://schemas.microsoft.com/office/drawing/2014/main" id="{BF21F325-A5D7-E858-F337-231C340B9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6152" y="1618046"/>
              <a:ext cx="3197507" cy="34347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92741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4D1B2-FB01-8528-BEAB-28A3E616F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1F629-E90B-D5C2-D5BD-BBA4164D5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Wijzigingen weergeven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DD30A-F0D0-17F9-03A4-01CA10B1C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6223782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Wijzigingen ten opzichte van laatste commit: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diff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HEAD &lt;file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Wijzigingen ten opzichte van een eerdere commit:</a:t>
            </a:r>
          </a:p>
          <a:p>
            <a:pPr marL="0" indent="0">
              <a:buNone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diff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 &lt;file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nl-NL" sz="1800" b="1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noProof="0" dirty="0" err="1">
                <a:cs typeface="Courier New" panose="02070309020205020404" pitchFamily="49" charset="0"/>
              </a:rPr>
              <a:t>Wjizigingen</a:t>
            </a:r>
            <a:r>
              <a:rPr lang="nl-NL" sz="1800" noProof="0" dirty="0">
                <a:cs typeface="Courier New" panose="02070309020205020404" pitchFamily="49" charset="0"/>
              </a:rPr>
              <a:t> tussen twee </a:t>
            </a:r>
            <a:r>
              <a:rPr lang="nl-NL" sz="1800" noProof="0" dirty="0" err="1">
                <a:cs typeface="Courier New" panose="02070309020205020404" pitchFamily="49" charset="0"/>
              </a:rPr>
              <a:t>commits</a:t>
            </a:r>
            <a:r>
              <a:rPr lang="nl-NL" sz="1800" noProof="0" dirty="0"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diff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 &lt;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 &lt;file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21D84DB-7B7A-6968-AE51-8CEB82B6EABF}"/>
              </a:ext>
            </a:extLst>
          </p:cNvPr>
          <p:cNvGrpSpPr/>
          <p:nvPr/>
        </p:nvGrpSpPr>
        <p:grpSpPr>
          <a:xfrm>
            <a:off x="8018682" y="1244169"/>
            <a:ext cx="3734875" cy="4180407"/>
            <a:chOff x="8018682" y="1244169"/>
            <a:chExt cx="3734875" cy="418040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F56F6E7-D1D3-8ED1-FAF2-05FD580C5AE3}"/>
                </a:ext>
              </a:extLst>
            </p:cNvPr>
            <p:cNvSpPr/>
            <p:nvPr/>
          </p:nvSpPr>
          <p:spPr>
            <a:xfrm>
              <a:off x="8018682" y="1244169"/>
              <a:ext cx="3734875" cy="418040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pic>
          <p:nvPicPr>
            <p:cNvPr id="6" name="Picture 5" descr="A screen shot of a computer program&#10;&#10;Description automatically generated">
              <a:extLst>
                <a:ext uri="{FF2B5EF4-FFF2-40B4-BE49-F238E27FC236}">
                  <a16:creationId xmlns:a16="http://schemas.microsoft.com/office/drawing/2014/main" id="{0A1660AC-85F5-2827-4414-1D9E38752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6152" y="1618046"/>
              <a:ext cx="3197507" cy="343471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2EF98F6-AB85-5A37-A6D5-7A1C876B24A6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git diff.</a:t>
            </a:r>
          </a:p>
        </p:txBody>
      </p:sp>
    </p:spTree>
    <p:extLst>
      <p:ext uri="{BB962C8B-B14F-4D97-AF65-F5344CB8AC3E}">
        <p14:creationId xmlns:p14="http://schemas.microsoft.com/office/powerpoint/2010/main" val="4136300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8F517-2C3E-04C7-5EFE-ED7F8E5FE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40716-3659-5986-E361-87837FBE7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Wijzigingen ongedaan maken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8D478-985B-46B0-F29A-3D57120DD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56267"/>
            <a:ext cx="105156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Je kunt een bestand altijd terughalen uit een vorige commit:</a:t>
            </a:r>
          </a:p>
          <a:p>
            <a:pPr marL="0" indent="0">
              <a:buNone/>
            </a:pPr>
            <a:endParaRPr lang="nl-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checkout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HEAD -- &lt;file&gt;</a:t>
            </a:r>
          </a:p>
          <a:p>
            <a:pPr marL="0" indent="0">
              <a:buNone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checkout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 -- &lt;file&gt;</a:t>
            </a:r>
          </a:p>
          <a:p>
            <a:pPr marL="0" indent="0">
              <a:buNone/>
            </a:pPr>
            <a:endParaRPr lang="nl-NL" sz="1800" b="1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b="1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Let op: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Overschrijft het bestand zonder waarschuwing!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Kan wijziging opleveren die je moet </a:t>
            </a:r>
            <a:r>
              <a:rPr lang="nl-NL" sz="1800" noProof="0" dirty="0" err="1">
                <a:cs typeface="Courier New" panose="02070309020205020404" pitchFamily="49" charset="0"/>
              </a:rPr>
              <a:t>comitten</a:t>
            </a:r>
            <a:r>
              <a:rPr lang="nl-NL" sz="1800" dirty="0">
                <a:cs typeface="Courier New" panose="02070309020205020404" pitchFamily="49" charset="0"/>
              </a:rPr>
              <a:t>.</a:t>
            </a:r>
            <a:endParaRPr lang="nl-NL" sz="1800" noProof="0" dirty="0"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529519-186C-CEFA-E7F6-FFCAEFA27EC8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checkout file.</a:t>
            </a:r>
          </a:p>
        </p:txBody>
      </p:sp>
    </p:spTree>
    <p:extLst>
      <p:ext uri="{BB962C8B-B14F-4D97-AF65-F5344CB8AC3E}">
        <p14:creationId xmlns:p14="http://schemas.microsoft.com/office/powerpoint/2010/main" val="5805525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D30F-FEC4-D8B0-AD35-A4CB0E819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97C9E-A4CA-7205-99FF-167BCD30D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Alle wijzigingen ongedaan maken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F6DAB-B594-79DB-9F1E-AE8731533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56267"/>
            <a:ext cx="105156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Je kunt de werkdirectory terugzetten naar de laatste </a:t>
            </a:r>
            <a:r>
              <a:rPr lang="nl-NL" sz="1800" noProof="0" dirty="0" err="1">
                <a:cs typeface="Courier New" panose="02070309020205020404" pitchFamily="49" charset="0"/>
              </a:rPr>
              <a:t>commit</a:t>
            </a:r>
            <a:r>
              <a:rPr lang="nl-NL" sz="1800" noProof="0" dirty="0"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reset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hard HEAD</a:t>
            </a:r>
          </a:p>
          <a:p>
            <a:pPr marL="0" indent="0">
              <a:buNone/>
            </a:pPr>
            <a:endParaRPr lang="nl-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Of naar een nog oudere </a:t>
            </a:r>
            <a:r>
              <a:rPr lang="nl-NL" sz="1800" noProof="0" dirty="0" err="1">
                <a:cs typeface="Courier New" panose="02070309020205020404" pitchFamily="49" charset="0"/>
              </a:rPr>
              <a:t>commit</a:t>
            </a:r>
            <a:r>
              <a:rPr lang="nl-NL" sz="1800" noProof="0" dirty="0"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reset --hard &lt;commit&gt;</a:t>
            </a: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Let op:</a:t>
            </a:r>
          </a:p>
          <a:p>
            <a:pPr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Draait</a:t>
            </a:r>
            <a:r>
              <a:rPr lang="nl-NL" sz="1800" noProof="0" dirty="0">
                <a:cs typeface="Courier New" panose="02070309020205020404" pitchFamily="49" charset="0"/>
              </a:rPr>
              <a:t> alle lokale wijzigingen terug</a:t>
            </a:r>
            <a:r>
              <a:rPr lang="nl-NL" sz="1800" dirty="0">
                <a:cs typeface="Courier New" panose="02070309020205020404" pitchFamily="49" charset="0"/>
              </a:rPr>
              <a:t>; wijzigingen en verwijderingen</a:t>
            </a:r>
            <a:r>
              <a:rPr lang="nl-NL" sz="1800" noProof="0" dirty="0">
                <a:cs typeface="Courier New" panose="02070309020205020404" pitchFamily="49" charset="0"/>
              </a:rPr>
              <a:t>!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Zet tijdslijn terug </a:t>
            </a:r>
            <a:r>
              <a:rPr lang="nl-NL" sz="1800" dirty="0">
                <a:cs typeface="Courier New" panose="02070309020205020404" pitchFamily="49" charset="0"/>
              </a:rPr>
              <a:t>naar opgegeven commit.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Latere </a:t>
            </a:r>
            <a:r>
              <a:rPr lang="nl-NL" sz="1800" noProof="0" dirty="0" err="1">
                <a:cs typeface="Courier New" panose="02070309020205020404" pitchFamily="49" charset="0"/>
              </a:rPr>
              <a:t>commits</a:t>
            </a:r>
            <a:r>
              <a:rPr lang="nl-NL" sz="1800" noProof="0" dirty="0">
                <a:cs typeface="Courier New" panose="02070309020205020404" pitchFamily="49" charset="0"/>
              </a:rPr>
              <a:t> niet meer zichtbaar in log!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9C5190-E353-73AF-78EB-042760983320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reset hard.</a:t>
            </a:r>
          </a:p>
        </p:txBody>
      </p:sp>
    </p:spTree>
    <p:extLst>
      <p:ext uri="{BB962C8B-B14F-4D97-AF65-F5344CB8AC3E}">
        <p14:creationId xmlns:p14="http://schemas.microsoft.com/office/powerpoint/2010/main" val="18753860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C91D6-F772-E745-5D2E-09212EE8C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4C8A4-4486-65AA-1F46-AC8EE3EFB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Vorige </a:t>
            </a:r>
            <a:r>
              <a:rPr lang="nl-NL" sz="3600" noProof="0" dirty="0" err="1"/>
              <a:t>commit</a:t>
            </a:r>
            <a:r>
              <a:rPr lang="nl-NL" sz="3600" noProof="0" dirty="0"/>
              <a:t> bekijken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13BD2-4C05-5E2E-D956-0F9D65945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56267"/>
            <a:ext cx="105156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Je kunt een vorige </a:t>
            </a:r>
            <a:r>
              <a:rPr lang="nl-NL" sz="1800" noProof="0" dirty="0" err="1">
                <a:cs typeface="Courier New" panose="02070309020205020404" pitchFamily="49" charset="0"/>
              </a:rPr>
              <a:t>commit</a:t>
            </a:r>
            <a:r>
              <a:rPr lang="nl-NL" sz="1800" noProof="0" dirty="0">
                <a:cs typeface="Courier New" panose="02070309020205020404" pitchFamily="49" charset="0"/>
              </a:rPr>
              <a:t> bekijken met:</a:t>
            </a:r>
          </a:p>
          <a:p>
            <a:pPr marL="0" indent="0">
              <a:buNone/>
            </a:pPr>
            <a:endParaRPr lang="nl-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checkout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nl-NL" sz="1800" b="1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b="1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Let op: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Verplicht: commit eerst lokale wijzigingen!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Je verlaat je huidige tijdslijn (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nl-NL" sz="1800" noProof="0" dirty="0">
                <a:cs typeface="Courier New" panose="02070309020205020404" pitchFamily="49" charset="0"/>
              </a:rPr>
              <a:t>).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Je werkt met een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detached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HEAD</a:t>
            </a:r>
            <a:r>
              <a:rPr lang="nl-NL" sz="1800" noProof="0" dirty="0"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CF973-7E0E-CB82-C930-C5610DEC8AC4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</a:t>
            </a:r>
            <a:r>
              <a:rPr lang="en-US" sz="1400"/>
              <a:t>checkout commit.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157920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50AC3-44D2-125F-C901-74E8A6F61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C9436C-DC36-00A0-18E7-6B9DD57D9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Branches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B61E79-1961-C560-A7F0-B064C69A1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0517699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4C1BC-9822-0476-7BD0-4E4AF83B6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6DBF1-CC17-1B2E-A538-E8E41BBE4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Branches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47AE867-F0BA-BF52-81AE-D854DF125FF3}"/>
              </a:ext>
            </a:extLst>
          </p:cNvPr>
          <p:cNvGrpSpPr/>
          <p:nvPr/>
        </p:nvGrpSpPr>
        <p:grpSpPr>
          <a:xfrm>
            <a:off x="838200" y="3238594"/>
            <a:ext cx="5984463" cy="322208"/>
            <a:chOff x="1654294" y="2795457"/>
            <a:chExt cx="5984463" cy="32220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4E4CEF5-DC10-5CF7-BF29-53248DB910FD}"/>
                </a:ext>
              </a:extLst>
            </p:cNvPr>
            <p:cNvCxnSpPr>
              <a:cxnSpLocks/>
            </p:cNvCxnSpPr>
            <p:nvPr/>
          </p:nvCxnSpPr>
          <p:spPr>
            <a:xfrm>
              <a:off x="1654294" y="2956562"/>
              <a:ext cx="59844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76FF1F7-EFB6-B7E9-7886-AD96B763EB85}"/>
                </a:ext>
              </a:extLst>
            </p:cNvPr>
            <p:cNvSpPr/>
            <p:nvPr/>
          </p:nvSpPr>
          <p:spPr>
            <a:xfrm>
              <a:off x="2471339" y="2795458"/>
              <a:ext cx="323160" cy="32220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0F886C9-1865-31D8-05F1-AE059FA89797}"/>
                </a:ext>
              </a:extLst>
            </p:cNvPr>
            <p:cNvSpPr/>
            <p:nvPr/>
          </p:nvSpPr>
          <p:spPr>
            <a:xfrm>
              <a:off x="4484945" y="2795457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</p:grp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D7A211F4-68EC-8EC9-26B6-8AAAF3B038CA}"/>
              </a:ext>
            </a:extLst>
          </p:cNvPr>
          <p:cNvCxnSpPr>
            <a:cxnSpLocks/>
          </p:cNvCxnSpPr>
          <p:nvPr/>
        </p:nvCxnSpPr>
        <p:spPr>
          <a:xfrm rot="5400000">
            <a:off x="2825553" y="2634548"/>
            <a:ext cx="1" cy="2013606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C467A90-639D-1E76-4BF8-FD5694BFFB91}"/>
              </a:ext>
            </a:extLst>
          </p:cNvPr>
          <p:cNvSpPr/>
          <p:nvPr/>
        </p:nvSpPr>
        <p:spPr>
          <a:xfrm>
            <a:off x="1612214" y="4136941"/>
            <a:ext cx="2426677" cy="10339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noProof="0" dirty="0" err="1">
                <a:solidFill>
                  <a:sysClr val="windowText" lastClr="000000"/>
                </a:solidFill>
              </a:rPr>
              <a:t>Commits</a:t>
            </a:r>
            <a:r>
              <a:rPr lang="nl-NL" noProof="0" dirty="0">
                <a:solidFill>
                  <a:sysClr val="windowText" lastClr="000000"/>
                </a:solidFill>
              </a:rPr>
              <a:t> houden</a:t>
            </a:r>
          </a:p>
          <a:p>
            <a:pPr algn="ctr"/>
            <a:r>
              <a:rPr lang="nl-NL" noProof="0" dirty="0">
                <a:solidFill>
                  <a:sysClr val="windowText" lastClr="000000"/>
                </a:solidFill>
              </a:rPr>
              <a:t>zelf </a:t>
            </a:r>
            <a:r>
              <a:rPr lang="nl-NL" noProof="0" dirty="0" err="1">
                <a:solidFill>
                  <a:sysClr val="windowText" lastClr="000000"/>
                </a:solidFill>
              </a:rPr>
              <a:t>parent</a:t>
            </a:r>
            <a:r>
              <a:rPr lang="nl-NL" noProof="0" dirty="0">
                <a:solidFill>
                  <a:sysClr val="windowText" lastClr="000000"/>
                </a:solidFill>
              </a:rPr>
              <a:t> bij</a:t>
            </a:r>
          </a:p>
        </p:txBody>
      </p:sp>
    </p:spTree>
    <p:extLst>
      <p:ext uri="{BB962C8B-B14F-4D97-AF65-F5344CB8AC3E}">
        <p14:creationId xmlns:p14="http://schemas.microsoft.com/office/powerpoint/2010/main" val="3946550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2B893-C6EF-3857-C30A-1CEFF056F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AB001-0D4C-C0A0-02A7-46081547E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Branches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002F466-D69F-63DD-E2F2-A15766F15378}"/>
              </a:ext>
            </a:extLst>
          </p:cNvPr>
          <p:cNvGrpSpPr/>
          <p:nvPr/>
        </p:nvGrpSpPr>
        <p:grpSpPr>
          <a:xfrm>
            <a:off x="838200" y="3238594"/>
            <a:ext cx="5984463" cy="322208"/>
            <a:chOff x="1654294" y="2795457"/>
            <a:chExt cx="5984463" cy="32220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1E61747-4C7D-39D7-DA69-5DBED9506B5A}"/>
                </a:ext>
              </a:extLst>
            </p:cNvPr>
            <p:cNvCxnSpPr>
              <a:cxnSpLocks/>
            </p:cNvCxnSpPr>
            <p:nvPr/>
          </p:nvCxnSpPr>
          <p:spPr>
            <a:xfrm>
              <a:off x="1654294" y="2956562"/>
              <a:ext cx="59844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AEA1329-E9B2-66B8-A683-2147A1ED5627}"/>
                </a:ext>
              </a:extLst>
            </p:cNvPr>
            <p:cNvSpPr/>
            <p:nvPr/>
          </p:nvSpPr>
          <p:spPr>
            <a:xfrm>
              <a:off x="2471339" y="2795458"/>
              <a:ext cx="323160" cy="32220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3A849F4-9E22-56EA-AA6C-08CB93425838}"/>
                </a:ext>
              </a:extLst>
            </p:cNvPr>
            <p:cNvSpPr/>
            <p:nvPr/>
          </p:nvSpPr>
          <p:spPr>
            <a:xfrm>
              <a:off x="4484945" y="2795457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63E410D-9089-BC9E-92A0-4FBAEF38428D}"/>
              </a:ext>
            </a:extLst>
          </p:cNvPr>
          <p:cNvSpPr txBox="1"/>
          <p:nvPr/>
        </p:nvSpPr>
        <p:spPr>
          <a:xfrm>
            <a:off x="2619018" y="2262344"/>
            <a:ext cx="2426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000" noProof="0" dirty="0" err="1"/>
              <a:t>main</a:t>
            </a:r>
            <a:endParaRPr lang="nl-NL" sz="2000" noProof="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40C3263-97BC-2BC5-7076-D8AA11694650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3832357" y="2662454"/>
            <a:ext cx="0" cy="581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7C3D9F5A-BC6A-368E-9B62-2402292E3481}"/>
              </a:ext>
            </a:extLst>
          </p:cNvPr>
          <p:cNvCxnSpPr>
            <a:cxnSpLocks/>
          </p:cNvCxnSpPr>
          <p:nvPr/>
        </p:nvCxnSpPr>
        <p:spPr>
          <a:xfrm rot="5400000">
            <a:off x="2825553" y="2634548"/>
            <a:ext cx="1" cy="2013606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028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C4CF8-FC23-BCD1-803F-BCFD83C39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63FD-272E-1FBC-5FF0-799BE3E16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Branches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8EF0850-57E5-0A46-F4BE-A4EFE69A974A}"/>
              </a:ext>
            </a:extLst>
          </p:cNvPr>
          <p:cNvGrpSpPr/>
          <p:nvPr/>
        </p:nvGrpSpPr>
        <p:grpSpPr>
          <a:xfrm>
            <a:off x="838200" y="3238594"/>
            <a:ext cx="5984463" cy="322208"/>
            <a:chOff x="1654294" y="2795457"/>
            <a:chExt cx="5984463" cy="32220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CBFB2EE-30F8-41CB-8919-8D28F92A406C}"/>
                </a:ext>
              </a:extLst>
            </p:cNvPr>
            <p:cNvCxnSpPr>
              <a:cxnSpLocks/>
            </p:cNvCxnSpPr>
            <p:nvPr/>
          </p:nvCxnSpPr>
          <p:spPr>
            <a:xfrm>
              <a:off x="1654294" y="2956562"/>
              <a:ext cx="59844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4520BE1-9C61-5A26-641B-7E10A82D0D4B}"/>
                </a:ext>
              </a:extLst>
            </p:cNvPr>
            <p:cNvSpPr/>
            <p:nvPr/>
          </p:nvSpPr>
          <p:spPr>
            <a:xfrm>
              <a:off x="2471339" y="2795458"/>
              <a:ext cx="323160" cy="32220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022DAA4-8B12-EA28-5045-641173613685}"/>
                </a:ext>
              </a:extLst>
            </p:cNvPr>
            <p:cNvSpPr/>
            <p:nvPr/>
          </p:nvSpPr>
          <p:spPr>
            <a:xfrm>
              <a:off x="4484945" y="2795457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20B704E-081D-A1AF-EFBD-99A16FF52D58}"/>
              </a:ext>
            </a:extLst>
          </p:cNvPr>
          <p:cNvSpPr/>
          <p:nvPr/>
        </p:nvSpPr>
        <p:spPr>
          <a:xfrm>
            <a:off x="5686310" y="1945411"/>
            <a:ext cx="3084896" cy="10339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noProof="0" dirty="0">
                <a:solidFill>
                  <a:sysClr val="windowText" lastClr="000000"/>
                </a:solidFill>
              </a:rPr>
              <a:t>Laatste </a:t>
            </a:r>
            <a:r>
              <a:rPr lang="nl-NL" noProof="0" dirty="0" err="1">
                <a:solidFill>
                  <a:sysClr val="windowText" lastClr="000000"/>
                </a:solidFill>
              </a:rPr>
              <a:t>commit</a:t>
            </a:r>
            <a:r>
              <a:rPr lang="nl-NL" noProof="0" dirty="0">
                <a:solidFill>
                  <a:sysClr val="windowText" lastClr="000000"/>
                </a:solidFill>
              </a:rPr>
              <a:t> opgeslagen in </a:t>
            </a:r>
            <a:r>
              <a:rPr lang="nl-NL" noProof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.git/refs/</a:t>
            </a:r>
            <a:r>
              <a:rPr lang="nl-NL" noProof="0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heads</a:t>
            </a:r>
            <a:r>
              <a:rPr lang="nl-NL" noProof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nl-NL" noProof="0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nl-NL" noProof="0" dirty="0">
                <a:solidFill>
                  <a:sysClr val="windowText" lastClr="000000"/>
                </a:solidFill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5FE4DE-5B41-4656-9386-94783B09037A}"/>
              </a:ext>
            </a:extLst>
          </p:cNvPr>
          <p:cNvSpPr txBox="1"/>
          <p:nvPr/>
        </p:nvSpPr>
        <p:spPr>
          <a:xfrm>
            <a:off x="2611984" y="2262344"/>
            <a:ext cx="2426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000" noProof="0" dirty="0"/>
              <a:t>.git/refs/</a:t>
            </a:r>
            <a:r>
              <a:rPr lang="nl-NL" sz="2000" noProof="0" dirty="0" err="1"/>
              <a:t>heads</a:t>
            </a:r>
            <a:r>
              <a:rPr lang="nl-NL" sz="2000" noProof="0" dirty="0"/>
              <a:t>/</a:t>
            </a:r>
            <a:r>
              <a:rPr lang="nl-NL" sz="2000" noProof="0" dirty="0" err="1"/>
              <a:t>main</a:t>
            </a:r>
            <a:endParaRPr lang="nl-NL" sz="2000" noProof="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C03CAB-78ED-278A-8B53-709B790D822D}"/>
              </a:ext>
            </a:extLst>
          </p:cNvPr>
          <p:cNvCxnSpPr>
            <a:cxnSpLocks/>
          </p:cNvCxnSpPr>
          <p:nvPr/>
        </p:nvCxnSpPr>
        <p:spPr>
          <a:xfrm>
            <a:off x="3832357" y="2662454"/>
            <a:ext cx="0" cy="581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DA5D32D2-9002-4252-F245-5D597EC8003A}"/>
              </a:ext>
            </a:extLst>
          </p:cNvPr>
          <p:cNvCxnSpPr>
            <a:cxnSpLocks/>
          </p:cNvCxnSpPr>
          <p:nvPr/>
        </p:nvCxnSpPr>
        <p:spPr>
          <a:xfrm rot="5400000">
            <a:off x="2825553" y="2634548"/>
            <a:ext cx="1" cy="2013606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0304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19D1A-C91A-A646-824F-B25917BD6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EED54-A0B3-EFD5-3442-E1AB15EF1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Branches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7756AD-2AC3-F69A-1E39-D7BF0433D504}"/>
              </a:ext>
            </a:extLst>
          </p:cNvPr>
          <p:cNvGrpSpPr/>
          <p:nvPr/>
        </p:nvGrpSpPr>
        <p:grpSpPr>
          <a:xfrm>
            <a:off x="838200" y="3238594"/>
            <a:ext cx="5984463" cy="327320"/>
            <a:chOff x="1654294" y="2795457"/>
            <a:chExt cx="5984463" cy="32732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A7FEF91-F181-BFC5-35E0-0396D1EEA9D3}"/>
                </a:ext>
              </a:extLst>
            </p:cNvPr>
            <p:cNvCxnSpPr>
              <a:cxnSpLocks/>
            </p:cNvCxnSpPr>
            <p:nvPr/>
          </p:nvCxnSpPr>
          <p:spPr>
            <a:xfrm>
              <a:off x="1654294" y="2956562"/>
              <a:ext cx="59844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FA6295F-8C15-A122-1039-A0BF82CFC39D}"/>
                </a:ext>
              </a:extLst>
            </p:cNvPr>
            <p:cNvSpPr/>
            <p:nvPr/>
          </p:nvSpPr>
          <p:spPr>
            <a:xfrm>
              <a:off x="2471339" y="2795458"/>
              <a:ext cx="323160" cy="32220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38128C1-F32D-4F75-4BC7-03A006FD9812}"/>
                </a:ext>
              </a:extLst>
            </p:cNvPr>
            <p:cNvSpPr/>
            <p:nvPr/>
          </p:nvSpPr>
          <p:spPr>
            <a:xfrm>
              <a:off x="4484945" y="2795457"/>
              <a:ext cx="323160" cy="32220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7F42FDC-B7FE-0694-D955-11CBFEA6251A}"/>
                </a:ext>
              </a:extLst>
            </p:cNvPr>
            <p:cNvSpPr/>
            <p:nvPr/>
          </p:nvSpPr>
          <p:spPr>
            <a:xfrm>
              <a:off x="6498551" y="2800570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21CAA6EE-7510-0029-A40A-7B70A2505C70}"/>
              </a:ext>
            </a:extLst>
          </p:cNvPr>
          <p:cNvSpPr/>
          <p:nvPr/>
        </p:nvSpPr>
        <p:spPr>
          <a:xfrm>
            <a:off x="7863840" y="1945411"/>
            <a:ext cx="3110132" cy="10339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noProof="0" dirty="0">
                <a:solidFill>
                  <a:sysClr val="windowText" lastClr="000000"/>
                </a:solidFill>
              </a:rPr>
              <a:t>Nieuwe commit in </a:t>
            </a:r>
            <a:r>
              <a:rPr lang="nl-NL" noProof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.git/refs/</a:t>
            </a:r>
            <a:r>
              <a:rPr lang="nl-NL" noProof="0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heads</a:t>
            </a:r>
            <a:r>
              <a:rPr lang="nl-NL" noProof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nl-NL" noProof="0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nl-NL" noProof="0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F74DDA-9566-3DC5-91E4-D6A5F05F1257}"/>
              </a:ext>
            </a:extLst>
          </p:cNvPr>
          <p:cNvSpPr txBox="1"/>
          <p:nvPr/>
        </p:nvSpPr>
        <p:spPr>
          <a:xfrm>
            <a:off x="4630698" y="2262344"/>
            <a:ext cx="2426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000" noProof="0" dirty="0"/>
              <a:t>.git/refs/</a:t>
            </a:r>
            <a:r>
              <a:rPr lang="nl-NL" sz="2000" noProof="0" dirty="0" err="1"/>
              <a:t>heads</a:t>
            </a:r>
            <a:r>
              <a:rPr lang="nl-NL" sz="2000" noProof="0" dirty="0"/>
              <a:t>/</a:t>
            </a:r>
            <a:r>
              <a:rPr lang="nl-NL" sz="2000" noProof="0" dirty="0" err="1"/>
              <a:t>main</a:t>
            </a:r>
            <a:endParaRPr lang="nl-NL" sz="2000" noProof="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ECFE98-1A20-37BF-3E76-0F590B00B234}"/>
              </a:ext>
            </a:extLst>
          </p:cNvPr>
          <p:cNvCxnSpPr>
            <a:stCxn id="13" idx="2"/>
            <a:endCxn id="58" idx="0"/>
          </p:cNvCxnSpPr>
          <p:nvPr/>
        </p:nvCxnSpPr>
        <p:spPr>
          <a:xfrm>
            <a:off x="5844037" y="2662454"/>
            <a:ext cx="0" cy="581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29E0B232-D915-C001-4C2A-C60249B12906}"/>
              </a:ext>
            </a:extLst>
          </p:cNvPr>
          <p:cNvCxnSpPr>
            <a:cxnSpLocks/>
          </p:cNvCxnSpPr>
          <p:nvPr/>
        </p:nvCxnSpPr>
        <p:spPr>
          <a:xfrm rot="5400000">
            <a:off x="2825553" y="2634548"/>
            <a:ext cx="1" cy="2013606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8386D0AC-9945-53B6-7A07-3775E1C5389E}"/>
              </a:ext>
            </a:extLst>
          </p:cNvPr>
          <p:cNvCxnSpPr>
            <a:cxnSpLocks/>
          </p:cNvCxnSpPr>
          <p:nvPr/>
        </p:nvCxnSpPr>
        <p:spPr>
          <a:xfrm rot="5400000">
            <a:off x="4837233" y="2628149"/>
            <a:ext cx="1" cy="2013606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3456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65AA0-396A-800B-5F73-C222DC679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4163-FE04-715F-5470-3A5BD7866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Branches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5A1758B-C194-38DA-8F4C-1615054DF267}"/>
              </a:ext>
            </a:extLst>
          </p:cNvPr>
          <p:cNvGrpSpPr/>
          <p:nvPr/>
        </p:nvGrpSpPr>
        <p:grpSpPr>
          <a:xfrm>
            <a:off x="838200" y="3238594"/>
            <a:ext cx="5984463" cy="327320"/>
            <a:chOff x="1654294" y="2795457"/>
            <a:chExt cx="5984463" cy="32732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96D72D96-5593-55D9-F04E-9B51291E53FE}"/>
                </a:ext>
              </a:extLst>
            </p:cNvPr>
            <p:cNvCxnSpPr>
              <a:cxnSpLocks/>
            </p:cNvCxnSpPr>
            <p:nvPr/>
          </p:nvCxnSpPr>
          <p:spPr>
            <a:xfrm>
              <a:off x="1654294" y="2956562"/>
              <a:ext cx="59844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F95DA78-A5E1-319D-8AA3-47DB12A1A7A3}"/>
                </a:ext>
              </a:extLst>
            </p:cNvPr>
            <p:cNvSpPr/>
            <p:nvPr/>
          </p:nvSpPr>
          <p:spPr>
            <a:xfrm>
              <a:off x="2471339" y="2795458"/>
              <a:ext cx="323160" cy="32220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3BEC8197-22E3-0BC5-EBC9-B93EC2A9958C}"/>
                </a:ext>
              </a:extLst>
            </p:cNvPr>
            <p:cNvSpPr/>
            <p:nvPr/>
          </p:nvSpPr>
          <p:spPr>
            <a:xfrm>
              <a:off x="4484945" y="2795457"/>
              <a:ext cx="323160" cy="32220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BE0106D-8978-B318-D791-BB9FE952FD4E}"/>
                </a:ext>
              </a:extLst>
            </p:cNvPr>
            <p:cNvSpPr/>
            <p:nvPr/>
          </p:nvSpPr>
          <p:spPr>
            <a:xfrm>
              <a:off x="6498551" y="2800570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C702EC0-D412-A054-FA51-EAB4A93DF840}"/>
              </a:ext>
            </a:extLst>
          </p:cNvPr>
          <p:cNvSpPr txBox="1"/>
          <p:nvPr/>
        </p:nvSpPr>
        <p:spPr>
          <a:xfrm>
            <a:off x="4630698" y="2262344"/>
            <a:ext cx="2426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000" noProof="0" dirty="0"/>
              <a:t>.git/refs/</a:t>
            </a:r>
            <a:r>
              <a:rPr lang="nl-NL" sz="2000" noProof="0" dirty="0" err="1"/>
              <a:t>heads</a:t>
            </a:r>
            <a:r>
              <a:rPr lang="nl-NL" sz="2000" noProof="0" dirty="0"/>
              <a:t>/</a:t>
            </a:r>
            <a:r>
              <a:rPr lang="nl-NL" sz="2000" noProof="0" dirty="0" err="1"/>
              <a:t>main</a:t>
            </a:r>
            <a:endParaRPr lang="nl-NL" sz="2000" noProof="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4FCF294-5FCF-F5D1-DF22-C1C1BF2103B7}"/>
              </a:ext>
            </a:extLst>
          </p:cNvPr>
          <p:cNvCxnSpPr>
            <a:stCxn id="13" idx="2"/>
            <a:endCxn id="58" idx="0"/>
          </p:cNvCxnSpPr>
          <p:nvPr/>
        </p:nvCxnSpPr>
        <p:spPr>
          <a:xfrm>
            <a:off x="5844037" y="2662454"/>
            <a:ext cx="0" cy="581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99EDCC1E-57B2-14F6-C820-974052D00BB0}"/>
              </a:ext>
            </a:extLst>
          </p:cNvPr>
          <p:cNvCxnSpPr>
            <a:cxnSpLocks/>
          </p:cNvCxnSpPr>
          <p:nvPr/>
        </p:nvCxnSpPr>
        <p:spPr>
          <a:xfrm rot="5400000">
            <a:off x="2825553" y="2634548"/>
            <a:ext cx="1" cy="2013606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BBE35586-E098-2092-CA38-9D719A9AE8DB}"/>
              </a:ext>
            </a:extLst>
          </p:cNvPr>
          <p:cNvCxnSpPr>
            <a:cxnSpLocks/>
          </p:cNvCxnSpPr>
          <p:nvPr/>
        </p:nvCxnSpPr>
        <p:spPr>
          <a:xfrm rot="5400000">
            <a:off x="4837233" y="2628149"/>
            <a:ext cx="1" cy="2013606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E25D6C0-850C-D70A-49F9-4FD395EEDE30}"/>
              </a:ext>
            </a:extLst>
          </p:cNvPr>
          <p:cNvSpPr/>
          <p:nvPr/>
        </p:nvSpPr>
        <p:spPr>
          <a:xfrm>
            <a:off x="4947221" y="986750"/>
            <a:ext cx="1793630" cy="53834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.git/HEAD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97C22B-BA56-927C-6005-237C74EC8149}"/>
              </a:ext>
            </a:extLst>
          </p:cNvPr>
          <p:cNvSpPr/>
          <p:nvPr/>
        </p:nvSpPr>
        <p:spPr>
          <a:xfrm>
            <a:off x="8023949" y="738936"/>
            <a:ext cx="2873492" cy="10339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noProof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.git/HEAD</a:t>
            </a:r>
            <a:r>
              <a:rPr lang="nl-NL" noProof="0" dirty="0">
                <a:solidFill>
                  <a:sysClr val="windowText" lastClr="000000"/>
                </a:solidFill>
              </a:rPr>
              <a:t> geeft aan dat we op </a:t>
            </a:r>
            <a:r>
              <a:rPr lang="nl-NL" noProof="0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nl-NL" noProof="0" dirty="0">
                <a:solidFill>
                  <a:sysClr val="windowText" lastClr="000000"/>
                </a:solidFill>
              </a:rPr>
              <a:t> werken.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3107A2-B82A-69F7-CB98-9493EFBAB831}"/>
              </a:ext>
            </a:extLst>
          </p:cNvPr>
          <p:cNvCxnSpPr>
            <a:stCxn id="7" idx="2"/>
            <a:endCxn id="13" idx="0"/>
          </p:cNvCxnSpPr>
          <p:nvPr/>
        </p:nvCxnSpPr>
        <p:spPr>
          <a:xfrm>
            <a:off x="5844036" y="1525099"/>
            <a:ext cx="1" cy="7372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F36D6F0-D1CE-B140-6E81-DA4555A4FED3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HEAD and refs.</a:t>
            </a:r>
          </a:p>
        </p:txBody>
      </p:sp>
    </p:spTree>
    <p:extLst>
      <p:ext uri="{BB962C8B-B14F-4D97-AF65-F5344CB8AC3E}">
        <p14:creationId xmlns:p14="http://schemas.microsoft.com/office/powerpoint/2010/main" val="33907695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135C7-7AA7-FB92-CDB3-72AB63270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DFE41-980C-BDBA-4C58-DDC6322D8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Nieuwe </a:t>
            </a:r>
            <a:r>
              <a:rPr lang="nl-NL" sz="3600" noProof="0" dirty="0" err="1"/>
              <a:t>branch</a:t>
            </a:r>
            <a:endParaRPr lang="nl-NL" sz="3600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BCC6883-881C-2EC1-AD76-DE9F1591114B}"/>
              </a:ext>
            </a:extLst>
          </p:cNvPr>
          <p:cNvGrpSpPr/>
          <p:nvPr/>
        </p:nvGrpSpPr>
        <p:grpSpPr>
          <a:xfrm>
            <a:off x="838200" y="3238594"/>
            <a:ext cx="5984463" cy="322208"/>
            <a:chOff x="1654294" y="2795457"/>
            <a:chExt cx="5984463" cy="32220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D3B2294-3771-12DE-0ECA-F90B156D3753}"/>
                </a:ext>
              </a:extLst>
            </p:cNvPr>
            <p:cNvCxnSpPr>
              <a:cxnSpLocks/>
            </p:cNvCxnSpPr>
            <p:nvPr/>
          </p:nvCxnSpPr>
          <p:spPr>
            <a:xfrm>
              <a:off x="1654294" y="2956562"/>
              <a:ext cx="59844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74292DE-7E3D-BA69-59B4-E1742DCD7F23}"/>
                </a:ext>
              </a:extLst>
            </p:cNvPr>
            <p:cNvSpPr/>
            <p:nvPr/>
          </p:nvSpPr>
          <p:spPr>
            <a:xfrm>
              <a:off x="2471339" y="2795458"/>
              <a:ext cx="323160" cy="32220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5A9C8E7-1AA1-7417-58CB-3E7854701E9D}"/>
                </a:ext>
              </a:extLst>
            </p:cNvPr>
            <p:cNvSpPr/>
            <p:nvPr/>
          </p:nvSpPr>
          <p:spPr>
            <a:xfrm>
              <a:off x="4484945" y="2795457"/>
              <a:ext cx="323160" cy="32220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0FA6501-0834-73AF-A629-B5E8A3050A61}"/>
              </a:ext>
            </a:extLst>
          </p:cNvPr>
          <p:cNvSpPr txBox="1"/>
          <p:nvPr/>
        </p:nvSpPr>
        <p:spPr>
          <a:xfrm>
            <a:off x="4630698" y="2262344"/>
            <a:ext cx="2426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000" noProof="0" dirty="0"/>
              <a:t>.git/refs/</a:t>
            </a:r>
            <a:r>
              <a:rPr lang="nl-NL" sz="2000" noProof="0" dirty="0" err="1"/>
              <a:t>heads</a:t>
            </a:r>
            <a:r>
              <a:rPr lang="nl-NL" sz="2000" noProof="0" dirty="0"/>
              <a:t>/</a:t>
            </a:r>
            <a:r>
              <a:rPr lang="nl-NL" sz="2000" noProof="0" dirty="0" err="1"/>
              <a:t>main</a:t>
            </a:r>
            <a:endParaRPr lang="nl-NL" sz="2000" noProof="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61E7E91-8785-8A55-41E0-7D374501452C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5844037" y="2662454"/>
            <a:ext cx="0" cy="581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EBE8FF5-DD68-217E-5F50-CEC7CEE4521E}"/>
              </a:ext>
            </a:extLst>
          </p:cNvPr>
          <p:cNvSpPr txBox="1"/>
          <p:nvPr/>
        </p:nvSpPr>
        <p:spPr>
          <a:xfrm>
            <a:off x="4506391" y="4195547"/>
            <a:ext cx="2675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000" noProof="0" dirty="0"/>
              <a:t>.git/refs/</a:t>
            </a:r>
            <a:r>
              <a:rPr lang="nl-NL" sz="2000" noProof="0" dirty="0" err="1"/>
              <a:t>heads</a:t>
            </a:r>
            <a:r>
              <a:rPr lang="nl-NL" sz="2000" noProof="0" dirty="0"/>
              <a:t>/</a:t>
            </a:r>
            <a:r>
              <a:rPr lang="nl-NL" sz="2000" noProof="0" dirty="0" err="1"/>
              <a:t>develop</a:t>
            </a:r>
            <a:endParaRPr lang="nl-NL" sz="2000" noProof="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2B78E2-1D22-D6BA-1380-A0D132F3E856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844036" y="3565914"/>
            <a:ext cx="1" cy="629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7DD26EA-D90E-20DD-9A6C-CDA77E6D761D}"/>
              </a:ext>
            </a:extLst>
          </p:cNvPr>
          <p:cNvSpPr/>
          <p:nvPr/>
        </p:nvSpPr>
        <p:spPr>
          <a:xfrm>
            <a:off x="7775164" y="3880730"/>
            <a:ext cx="3578636" cy="10339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noProof="0" dirty="0">
                <a:solidFill>
                  <a:sysClr val="windowText" lastClr="000000"/>
                </a:solidFill>
              </a:rPr>
              <a:t>Maak een </a:t>
            </a:r>
            <a:r>
              <a:rPr lang="nl-NL" noProof="0" dirty="0" err="1">
                <a:solidFill>
                  <a:sysClr val="windowText" lastClr="000000"/>
                </a:solidFill>
              </a:rPr>
              <a:t>develop</a:t>
            </a:r>
            <a:r>
              <a:rPr lang="nl-NL" noProof="0" dirty="0">
                <a:solidFill>
                  <a:sysClr val="windowText" lastClr="000000"/>
                </a:solidFill>
              </a:rPr>
              <a:t> </a:t>
            </a:r>
            <a:r>
              <a:rPr lang="nl-NL" noProof="0" dirty="0" err="1">
                <a:solidFill>
                  <a:sysClr val="windowText" lastClr="000000"/>
                </a:solidFill>
              </a:rPr>
              <a:t>branch</a:t>
            </a:r>
            <a:r>
              <a:rPr lang="nl-NL" noProof="0" dirty="0">
                <a:solidFill>
                  <a:sysClr val="windowText" lastClr="000000"/>
                </a:solidFill>
              </a:rPr>
              <a:t> aan:</a:t>
            </a:r>
            <a:br>
              <a:rPr lang="nl-NL" noProof="0" dirty="0">
                <a:solidFill>
                  <a:sysClr val="windowText" lastClr="000000"/>
                </a:solidFill>
              </a:rPr>
            </a:br>
            <a:r>
              <a:rPr lang="nl-NL" noProof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checkout</a:t>
            </a:r>
            <a:r>
              <a:rPr lang="nl-NL" noProof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–b </a:t>
            </a:r>
            <a:r>
              <a:rPr lang="nl-NL" noProof="0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develop</a:t>
            </a:r>
            <a:endParaRPr lang="nl-NL" noProof="0" dirty="0">
              <a:solidFill>
                <a:sysClr val="windowText" lastClr="000000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2FEA01-260E-CF9A-2B46-DF81E922C747}"/>
              </a:ext>
            </a:extLst>
          </p:cNvPr>
          <p:cNvSpPr/>
          <p:nvPr/>
        </p:nvSpPr>
        <p:spPr>
          <a:xfrm>
            <a:off x="5682457" y="3243707"/>
            <a:ext cx="323160" cy="322207"/>
          </a:xfrm>
          <a:prstGeom prst="ellipse">
            <a:avLst/>
          </a:prstGeom>
          <a:gradFill>
            <a:gsLst>
              <a:gs pos="40000">
                <a:schemeClr val="accent6">
                  <a:lumMod val="40000"/>
                  <a:lumOff val="60000"/>
                </a:schemeClr>
              </a:gs>
              <a:gs pos="60000">
                <a:schemeClr val="accent5">
                  <a:lumMod val="40000"/>
                  <a:lumOff val="60000"/>
                </a:schemeClr>
              </a:gs>
            </a:gsLst>
            <a:lin ang="5400000"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14520F-48AF-FA1B-0498-E25C211B1919}"/>
              </a:ext>
            </a:extLst>
          </p:cNvPr>
          <p:cNvSpPr/>
          <p:nvPr/>
        </p:nvSpPr>
        <p:spPr>
          <a:xfrm>
            <a:off x="4947221" y="986750"/>
            <a:ext cx="1793630" cy="53834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.git/HEAD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DFE2705-D969-2879-3374-2F2CC5030378}"/>
              </a:ext>
            </a:extLst>
          </p:cNvPr>
          <p:cNvCxnSpPr>
            <a:stCxn id="14" idx="2"/>
          </p:cNvCxnSpPr>
          <p:nvPr/>
        </p:nvCxnSpPr>
        <p:spPr>
          <a:xfrm>
            <a:off x="5844036" y="1525099"/>
            <a:ext cx="1" cy="7372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0019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034B9-99D2-EFCB-F04E-4A4080B90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B9286-63BC-FF7F-C8A1-6498855D6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Nieuwe </a:t>
            </a:r>
            <a:r>
              <a:rPr lang="nl-NL" sz="3600" dirty="0" err="1"/>
              <a:t>branch</a:t>
            </a:r>
            <a:endParaRPr lang="nl-NL" sz="3600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E98AEBD-292B-26A0-709D-E6545A036196}"/>
              </a:ext>
            </a:extLst>
          </p:cNvPr>
          <p:cNvGrpSpPr/>
          <p:nvPr/>
        </p:nvGrpSpPr>
        <p:grpSpPr>
          <a:xfrm>
            <a:off x="838200" y="3238594"/>
            <a:ext cx="5984463" cy="327320"/>
            <a:chOff x="1654294" y="2795457"/>
            <a:chExt cx="5984463" cy="32732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01C4350-39C7-622F-52B2-887E24F5918F}"/>
                </a:ext>
              </a:extLst>
            </p:cNvPr>
            <p:cNvCxnSpPr>
              <a:cxnSpLocks/>
            </p:cNvCxnSpPr>
            <p:nvPr/>
          </p:nvCxnSpPr>
          <p:spPr>
            <a:xfrm>
              <a:off x="1654294" y="2956562"/>
              <a:ext cx="59844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6914C53-8569-974D-51CE-3A4869753B6B}"/>
                </a:ext>
              </a:extLst>
            </p:cNvPr>
            <p:cNvSpPr/>
            <p:nvPr/>
          </p:nvSpPr>
          <p:spPr>
            <a:xfrm>
              <a:off x="2471339" y="2795458"/>
              <a:ext cx="323160" cy="32220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1E964D2-2A72-951D-FFC3-1A487AB336F9}"/>
                </a:ext>
              </a:extLst>
            </p:cNvPr>
            <p:cNvSpPr/>
            <p:nvPr/>
          </p:nvSpPr>
          <p:spPr>
            <a:xfrm>
              <a:off x="4484945" y="2795457"/>
              <a:ext cx="323160" cy="32220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AD25DFF-9959-D7F3-1FE7-9D56D0A2E3F6}"/>
                </a:ext>
              </a:extLst>
            </p:cNvPr>
            <p:cNvSpPr/>
            <p:nvPr/>
          </p:nvSpPr>
          <p:spPr>
            <a:xfrm>
              <a:off x="6498551" y="2800570"/>
              <a:ext cx="323160" cy="322207"/>
            </a:xfrm>
            <a:prstGeom prst="ellipse">
              <a:avLst/>
            </a:prstGeom>
            <a:gradFill>
              <a:gsLst>
                <a:gs pos="40000">
                  <a:schemeClr val="accent6">
                    <a:lumMod val="40000"/>
                    <a:lumOff val="60000"/>
                  </a:schemeClr>
                </a:gs>
                <a:gs pos="60000">
                  <a:schemeClr val="accent5">
                    <a:lumMod val="40000"/>
                    <a:lumOff val="60000"/>
                  </a:schemeClr>
                </a:gs>
              </a:gsLst>
              <a:lin ang="5400000" scaled="1"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C72E8A4-8009-23FA-FC42-CFCC7B4700CD}"/>
              </a:ext>
            </a:extLst>
          </p:cNvPr>
          <p:cNvSpPr txBox="1"/>
          <p:nvPr/>
        </p:nvSpPr>
        <p:spPr>
          <a:xfrm>
            <a:off x="4630698" y="2262344"/>
            <a:ext cx="2426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000" noProof="0" dirty="0"/>
              <a:t>.git/refs/</a:t>
            </a:r>
            <a:r>
              <a:rPr lang="nl-NL" sz="2000" noProof="0" dirty="0" err="1"/>
              <a:t>heads</a:t>
            </a:r>
            <a:r>
              <a:rPr lang="nl-NL" sz="2000" noProof="0" dirty="0"/>
              <a:t>/</a:t>
            </a:r>
            <a:r>
              <a:rPr lang="nl-NL" sz="2000" noProof="0" dirty="0" err="1"/>
              <a:t>main</a:t>
            </a:r>
            <a:endParaRPr lang="nl-NL" sz="2000" noProof="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51B69F0-B994-08FD-7D7C-22544DFA4DAB}"/>
              </a:ext>
            </a:extLst>
          </p:cNvPr>
          <p:cNvCxnSpPr>
            <a:stCxn id="13" idx="2"/>
            <a:endCxn id="58" idx="0"/>
          </p:cNvCxnSpPr>
          <p:nvPr/>
        </p:nvCxnSpPr>
        <p:spPr>
          <a:xfrm>
            <a:off x="5844037" y="2662454"/>
            <a:ext cx="0" cy="581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1A4803C-8874-AD64-48ED-B09A32114C0D}"/>
              </a:ext>
            </a:extLst>
          </p:cNvPr>
          <p:cNvSpPr txBox="1"/>
          <p:nvPr/>
        </p:nvSpPr>
        <p:spPr>
          <a:xfrm>
            <a:off x="4506391" y="4195547"/>
            <a:ext cx="2675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000" noProof="0" dirty="0"/>
              <a:t>.git/refs/</a:t>
            </a:r>
            <a:r>
              <a:rPr lang="nl-NL" sz="2000" noProof="0" dirty="0" err="1"/>
              <a:t>heads</a:t>
            </a:r>
            <a:r>
              <a:rPr lang="nl-NL" sz="2000" noProof="0" dirty="0"/>
              <a:t>/</a:t>
            </a:r>
            <a:r>
              <a:rPr lang="nl-NL" sz="2000" noProof="0" dirty="0" err="1"/>
              <a:t>develop</a:t>
            </a:r>
            <a:endParaRPr lang="nl-NL" sz="2000" noProof="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A92FAE8-D842-6005-C194-CDE31D46E959}"/>
              </a:ext>
            </a:extLst>
          </p:cNvPr>
          <p:cNvCxnSpPr>
            <a:stCxn id="3" idx="0"/>
            <a:endCxn id="58" idx="4"/>
          </p:cNvCxnSpPr>
          <p:nvPr/>
        </p:nvCxnSpPr>
        <p:spPr>
          <a:xfrm flipV="1">
            <a:off x="5844036" y="3565914"/>
            <a:ext cx="1" cy="629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216CA87-2714-8613-5B91-CA29D8EC0FA5}"/>
              </a:ext>
            </a:extLst>
          </p:cNvPr>
          <p:cNvSpPr/>
          <p:nvPr/>
        </p:nvSpPr>
        <p:spPr>
          <a:xfrm>
            <a:off x="7775164" y="4929502"/>
            <a:ext cx="3578636" cy="10339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noProof="0" dirty="0">
                <a:solidFill>
                  <a:sysClr val="windowText" lastClr="000000"/>
                </a:solidFill>
              </a:rPr>
              <a:t>Zet </a:t>
            </a:r>
            <a:r>
              <a:rPr lang="nl-NL" noProof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nl-NL" noProof="0" dirty="0">
                <a:solidFill>
                  <a:sysClr val="windowText" lastClr="000000"/>
                </a:solidFill>
              </a:rPr>
              <a:t> naar</a:t>
            </a:r>
          </a:p>
          <a:p>
            <a:pPr algn="ctr"/>
            <a:r>
              <a:rPr lang="nl-NL" noProof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.git/refs/</a:t>
            </a:r>
            <a:r>
              <a:rPr lang="nl-NL" noProof="0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heads</a:t>
            </a:r>
            <a:r>
              <a:rPr lang="nl-NL" noProof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nl-NL" noProof="0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develop</a:t>
            </a:r>
            <a:endParaRPr lang="nl-NL" noProof="0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AFCDC1-5202-141A-FD81-DF276021D22F}"/>
              </a:ext>
            </a:extLst>
          </p:cNvPr>
          <p:cNvSpPr/>
          <p:nvPr/>
        </p:nvSpPr>
        <p:spPr>
          <a:xfrm>
            <a:off x="4947220" y="5177316"/>
            <a:ext cx="1793630" cy="53834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.git/HEAD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3872DF-2F99-F1B2-28CD-DC7CDAE3D8EB}"/>
              </a:ext>
            </a:extLst>
          </p:cNvPr>
          <p:cNvCxnSpPr>
            <a:cxnSpLocks/>
            <a:stCxn id="10" idx="0"/>
            <a:endCxn id="3" idx="2"/>
          </p:cNvCxnSpPr>
          <p:nvPr/>
        </p:nvCxnSpPr>
        <p:spPr>
          <a:xfrm flipV="1">
            <a:off x="5844035" y="4595657"/>
            <a:ext cx="1" cy="581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5301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848DB-3804-8B92-3B31-AADE527F5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0061-72C2-D48E-6420-2D8658346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Nieuwe </a:t>
            </a:r>
            <a:r>
              <a:rPr lang="nl-NL" sz="3600" dirty="0" err="1"/>
              <a:t>branch</a:t>
            </a:r>
            <a:endParaRPr lang="nl-NL" sz="3600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C53A5AC-5987-508C-59CF-C9D9E614A5AD}"/>
              </a:ext>
            </a:extLst>
          </p:cNvPr>
          <p:cNvGrpSpPr/>
          <p:nvPr/>
        </p:nvGrpSpPr>
        <p:grpSpPr>
          <a:xfrm>
            <a:off x="838200" y="3238594"/>
            <a:ext cx="5984463" cy="322208"/>
            <a:chOff x="1654294" y="2795457"/>
            <a:chExt cx="5984463" cy="32220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F40FE99-64CF-FFD8-EF4D-C43FAC4DE866}"/>
                </a:ext>
              </a:extLst>
            </p:cNvPr>
            <p:cNvCxnSpPr>
              <a:cxnSpLocks/>
            </p:cNvCxnSpPr>
            <p:nvPr/>
          </p:nvCxnSpPr>
          <p:spPr>
            <a:xfrm>
              <a:off x="1654294" y="2956562"/>
              <a:ext cx="59844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E87B82C-B6F1-968D-893F-30ED57360F95}"/>
                </a:ext>
              </a:extLst>
            </p:cNvPr>
            <p:cNvSpPr/>
            <p:nvPr/>
          </p:nvSpPr>
          <p:spPr>
            <a:xfrm>
              <a:off x="2471339" y="2795458"/>
              <a:ext cx="323160" cy="32220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AD27FA1-9244-3EA5-3BF6-7F3E2D503AE6}"/>
                </a:ext>
              </a:extLst>
            </p:cNvPr>
            <p:cNvSpPr/>
            <p:nvPr/>
          </p:nvSpPr>
          <p:spPr>
            <a:xfrm>
              <a:off x="4484945" y="2795457"/>
              <a:ext cx="323160" cy="32220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A21FADF-9AA4-2E12-98A9-43087ED3EDFF}"/>
              </a:ext>
            </a:extLst>
          </p:cNvPr>
          <p:cNvSpPr txBox="1"/>
          <p:nvPr/>
        </p:nvSpPr>
        <p:spPr>
          <a:xfrm>
            <a:off x="4630698" y="2262344"/>
            <a:ext cx="2426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000" noProof="0" dirty="0"/>
              <a:t>.git/refs/</a:t>
            </a:r>
            <a:r>
              <a:rPr lang="nl-NL" sz="2000" noProof="0" dirty="0" err="1"/>
              <a:t>heads</a:t>
            </a:r>
            <a:r>
              <a:rPr lang="nl-NL" sz="2000" noProof="0" dirty="0"/>
              <a:t>/</a:t>
            </a:r>
            <a:r>
              <a:rPr lang="nl-NL" sz="2000" noProof="0" dirty="0" err="1"/>
              <a:t>main</a:t>
            </a:r>
            <a:endParaRPr lang="nl-NL" sz="2000" noProof="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7C4F9D-868A-3024-AC07-A68B99FC4BBA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5844037" y="2662454"/>
            <a:ext cx="0" cy="581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E7E21E5-265D-39A2-B186-16EDCCBB7C57}"/>
              </a:ext>
            </a:extLst>
          </p:cNvPr>
          <p:cNvSpPr txBox="1"/>
          <p:nvPr/>
        </p:nvSpPr>
        <p:spPr>
          <a:xfrm>
            <a:off x="6897900" y="4877154"/>
            <a:ext cx="2675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000" noProof="0" dirty="0"/>
              <a:t>.git/refs/</a:t>
            </a:r>
            <a:r>
              <a:rPr lang="nl-NL" sz="2000" noProof="0" dirty="0" err="1"/>
              <a:t>heads</a:t>
            </a:r>
            <a:r>
              <a:rPr lang="nl-NL" sz="2000" noProof="0" dirty="0"/>
              <a:t>/</a:t>
            </a:r>
            <a:r>
              <a:rPr lang="nl-NL" sz="2000" noProof="0" dirty="0" err="1"/>
              <a:t>develop</a:t>
            </a:r>
            <a:endParaRPr lang="nl-NL" sz="2000" noProof="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609A44-9913-F409-B8E8-B32C99FD9921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8235545" y="4247521"/>
            <a:ext cx="1" cy="629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6AA3C19-B89E-8161-C15F-44C36100BDCE}"/>
              </a:ext>
            </a:extLst>
          </p:cNvPr>
          <p:cNvSpPr/>
          <p:nvPr/>
        </p:nvSpPr>
        <p:spPr>
          <a:xfrm>
            <a:off x="7338729" y="5858923"/>
            <a:ext cx="1793630" cy="53834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.git/HEAD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2E200BB-1B1B-9C0C-FE50-0AE402DF1ABE}"/>
              </a:ext>
            </a:extLst>
          </p:cNvPr>
          <p:cNvCxnSpPr>
            <a:cxnSpLocks/>
            <a:stCxn id="10" idx="0"/>
            <a:endCxn id="3" idx="2"/>
          </p:cNvCxnSpPr>
          <p:nvPr/>
        </p:nvCxnSpPr>
        <p:spPr>
          <a:xfrm flipV="1">
            <a:off x="8235544" y="5277264"/>
            <a:ext cx="1" cy="581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A3D9AF4-7D94-69D3-C200-85DE3EBB9BE6}"/>
              </a:ext>
            </a:extLst>
          </p:cNvPr>
          <p:cNvSpPr/>
          <p:nvPr/>
        </p:nvSpPr>
        <p:spPr>
          <a:xfrm>
            <a:off x="8078654" y="3925314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C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6979D86F-45AE-CCE7-FBAE-0FD07F06828B}"/>
              </a:ext>
            </a:extLst>
          </p:cNvPr>
          <p:cNvCxnSpPr>
            <a:cxnSpLocks/>
            <a:endCxn id="7" idx="2"/>
          </p:cNvCxnSpPr>
          <p:nvPr/>
        </p:nvCxnSpPr>
        <p:spPr>
          <a:xfrm rot="16200000" flipH="1">
            <a:off x="6701093" y="2708857"/>
            <a:ext cx="520504" cy="223461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5A27907-65E8-2B5A-57D8-37EBAA103D90}"/>
              </a:ext>
            </a:extLst>
          </p:cNvPr>
          <p:cNvSpPr/>
          <p:nvPr/>
        </p:nvSpPr>
        <p:spPr>
          <a:xfrm>
            <a:off x="2650442" y="5051105"/>
            <a:ext cx="3578636" cy="10339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noProof="0" dirty="0">
                <a:solidFill>
                  <a:sysClr val="windowText" lastClr="000000"/>
                </a:solidFill>
              </a:rPr>
              <a:t>Nieuwe </a:t>
            </a:r>
            <a:r>
              <a:rPr lang="nl-NL" noProof="0" dirty="0" err="1">
                <a:solidFill>
                  <a:sysClr val="windowText" lastClr="000000"/>
                </a:solidFill>
              </a:rPr>
              <a:t>commits</a:t>
            </a:r>
            <a:r>
              <a:rPr lang="nl-NL" noProof="0" dirty="0">
                <a:solidFill>
                  <a:sysClr val="windowText" lastClr="000000"/>
                </a:solidFill>
              </a:rPr>
              <a:t> landen nu op </a:t>
            </a:r>
            <a:r>
              <a:rPr lang="nl-NL" noProof="0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develop</a:t>
            </a:r>
            <a:r>
              <a:rPr lang="nl-NL" noProof="0" dirty="0">
                <a:solidFill>
                  <a:sysClr val="windowText" lastClr="000000"/>
                </a:solidFill>
              </a:rPr>
              <a:t> </a:t>
            </a:r>
            <a:r>
              <a:rPr lang="nl-NL" noProof="0" dirty="0" err="1">
                <a:solidFill>
                  <a:sysClr val="windowText" lastClr="000000"/>
                </a:solidFill>
              </a:rPr>
              <a:t>branch</a:t>
            </a:r>
            <a:endParaRPr lang="nl-NL" noProof="0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8BDB403-F4C1-213E-2207-EBC7AEC0C633}"/>
              </a:ext>
            </a:extLst>
          </p:cNvPr>
          <p:cNvSpPr/>
          <p:nvPr/>
        </p:nvSpPr>
        <p:spPr>
          <a:xfrm>
            <a:off x="5682457" y="3243707"/>
            <a:ext cx="323160" cy="322207"/>
          </a:xfrm>
          <a:prstGeom prst="ellipse">
            <a:avLst/>
          </a:prstGeom>
          <a:gradFill>
            <a:gsLst>
              <a:gs pos="40000">
                <a:schemeClr val="accent6">
                  <a:lumMod val="40000"/>
                  <a:lumOff val="60000"/>
                </a:schemeClr>
              </a:gs>
              <a:gs pos="60000">
                <a:schemeClr val="accent5">
                  <a:lumMod val="40000"/>
                  <a:lumOff val="60000"/>
                </a:schemeClr>
              </a:gs>
            </a:gsLst>
            <a:lin ang="5400000"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271A2-12E1-620A-B13E-51184B818E97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new branch.</a:t>
            </a:r>
          </a:p>
        </p:txBody>
      </p:sp>
    </p:spTree>
    <p:extLst>
      <p:ext uri="{BB962C8B-B14F-4D97-AF65-F5344CB8AC3E}">
        <p14:creationId xmlns:p14="http://schemas.microsoft.com/office/powerpoint/2010/main" val="20867243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8DB33-7CF1-BDB0-A83A-5920ECBB8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BFD47-4503-3A49-E76B-0597BE139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Nog even: </a:t>
            </a:r>
            <a:r>
              <a:rPr lang="nl-NL" sz="3600" noProof="0" dirty="0" err="1"/>
              <a:t>detached</a:t>
            </a:r>
            <a:r>
              <a:rPr lang="nl-NL" sz="3600" noProof="0" dirty="0"/>
              <a:t> HEAD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CC97A24-353E-4365-D7DD-13377A95C472}"/>
              </a:ext>
            </a:extLst>
          </p:cNvPr>
          <p:cNvGrpSpPr/>
          <p:nvPr/>
        </p:nvGrpSpPr>
        <p:grpSpPr>
          <a:xfrm>
            <a:off x="838200" y="3414444"/>
            <a:ext cx="5984463" cy="327320"/>
            <a:chOff x="1654294" y="2795457"/>
            <a:chExt cx="5984463" cy="32732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6AC9C9F-C7B9-5C8B-6FEC-6E6930F478DA}"/>
                </a:ext>
              </a:extLst>
            </p:cNvPr>
            <p:cNvCxnSpPr>
              <a:cxnSpLocks/>
            </p:cNvCxnSpPr>
            <p:nvPr/>
          </p:nvCxnSpPr>
          <p:spPr>
            <a:xfrm>
              <a:off x="1654294" y="2956562"/>
              <a:ext cx="59844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17323EB-920F-50C4-C3BC-92A5D9BFB86C}"/>
                </a:ext>
              </a:extLst>
            </p:cNvPr>
            <p:cNvSpPr/>
            <p:nvPr/>
          </p:nvSpPr>
          <p:spPr>
            <a:xfrm>
              <a:off x="2471339" y="2795458"/>
              <a:ext cx="323160" cy="322207"/>
            </a:xfrm>
            <a:prstGeom prst="ellipse">
              <a:avLst/>
            </a:prstGeom>
            <a:gradFill>
              <a:gsLst>
                <a:gs pos="40000">
                  <a:schemeClr val="bg1"/>
                </a:gs>
                <a:gs pos="6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573A635-36A2-8E58-6B4C-605037917839}"/>
                </a:ext>
              </a:extLst>
            </p:cNvPr>
            <p:cNvSpPr/>
            <p:nvPr/>
          </p:nvSpPr>
          <p:spPr>
            <a:xfrm>
              <a:off x="4484945" y="2795457"/>
              <a:ext cx="323160" cy="32220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70889355-84F3-443B-8F32-B60E1E187DF2}"/>
                </a:ext>
              </a:extLst>
            </p:cNvPr>
            <p:cNvSpPr/>
            <p:nvPr/>
          </p:nvSpPr>
          <p:spPr>
            <a:xfrm>
              <a:off x="6498551" y="2800570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D41A13A-9421-4C48-7B35-F4853114D48C}"/>
              </a:ext>
            </a:extLst>
          </p:cNvPr>
          <p:cNvSpPr txBox="1"/>
          <p:nvPr/>
        </p:nvSpPr>
        <p:spPr>
          <a:xfrm>
            <a:off x="4630698" y="2438194"/>
            <a:ext cx="2426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000" noProof="0" dirty="0"/>
              <a:t>.git/refs/</a:t>
            </a:r>
            <a:r>
              <a:rPr lang="nl-NL" sz="2000" noProof="0" dirty="0" err="1"/>
              <a:t>heads</a:t>
            </a:r>
            <a:r>
              <a:rPr lang="nl-NL" sz="2000" noProof="0" dirty="0"/>
              <a:t>/</a:t>
            </a:r>
            <a:r>
              <a:rPr lang="nl-NL" sz="2000" noProof="0" dirty="0" err="1"/>
              <a:t>main</a:t>
            </a:r>
            <a:endParaRPr lang="nl-NL" sz="2000" noProof="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AE106B8-1F20-5782-8E28-A9A683106B83}"/>
              </a:ext>
            </a:extLst>
          </p:cNvPr>
          <p:cNvCxnSpPr>
            <a:stCxn id="13" idx="2"/>
            <a:endCxn id="58" idx="0"/>
          </p:cNvCxnSpPr>
          <p:nvPr/>
        </p:nvCxnSpPr>
        <p:spPr>
          <a:xfrm>
            <a:off x="5844037" y="2838304"/>
            <a:ext cx="0" cy="581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B34B9C2-A5F1-D93F-DF92-84102A14BC87}"/>
              </a:ext>
            </a:extLst>
          </p:cNvPr>
          <p:cNvSpPr/>
          <p:nvPr/>
        </p:nvSpPr>
        <p:spPr>
          <a:xfrm>
            <a:off x="2154004" y="4401211"/>
            <a:ext cx="3352853" cy="10339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noProof="0" dirty="0">
                <a:solidFill>
                  <a:sysClr val="windowText" lastClr="000000"/>
                </a:solidFill>
                <a:cs typeface="Courier New" panose="02070309020205020404" pitchFamily="49" charset="0"/>
              </a:rPr>
              <a:t>Check een oudere </a:t>
            </a:r>
            <a:r>
              <a:rPr lang="nl-NL" noProof="0" dirty="0" err="1">
                <a:solidFill>
                  <a:sysClr val="windowText" lastClr="000000"/>
                </a:solidFill>
                <a:cs typeface="Courier New" panose="02070309020205020404" pitchFamily="49" charset="0"/>
              </a:rPr>
              <a:t>commit</a:t>
            </a:r>
            <a:r>
              <a:rPr lang="nl-NL" noProof="0" dirty="0">
                <a:solidFill>
                  <a:sysClr val="windowText" lastClr="000000"/>
                </a:solidFill>
                <a:cs typeface="Courier New" panose="02070309020205020404" pitchFamily="49" charset="0"/>
              </a:rPr>
              <a:t> uit:</a:t>
            </a:r>
          </a:p>
          <a:p>
            <a:pPr algn="ctr"/>
            <a:r>
              <a:rPr lang="nl-NL" noProof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checkout</a:t>
            </a:r>
            <a:r>
              <a:rPr lang="nl-NL" noProof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nl-NL" noProof="0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nl-NL" noProof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1FBBBD-A726-55A9-DEA2-2C3E5C18CA3C}"/>
              </a:ext>
            </a:extLst>
          </p:cNvPr>
          <p:cNvSpPr/>
          <p:nvPr/>
        </p:nvSpPr>
        <p:spPr>
          <a:xfrm>
            <a:off x="5168787" y="1474294"/>
            <a:ext cx="1350499" cy="53834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.git/HEAD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F61234-2C21-81C9-3EFC-C4696C7AD9AB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5844037" y="2012643"/>
            <a:ext cx="0" cy="425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152F67F5-E2F4-19C0-CFA6-CD4E5A0CF2F6}"/>
              </a:ext>
            </a:extLst>
          </p:cNvPr>
          <p:cNvCxnSpPr>
            <a:cxnSpLocks/>
            <a:stCxn id="7" idx="1"/>
            <a:endCxn id="56" idx="0"/>
          </p:cNvCxnSpPr>
          <p:nvPr/>
        </p:nvCxnSpPr>
        <p:spPr>
          <a:xfrm rot="10800000" flipV="1">
            <a:off x="1816825" y="1743469"/>
            <a:ext cx="3351962" cy="167097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5508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6C32A-F975-A959-9CFB-497373185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48D7A-8DA6-7975-E8C9-3E96F89EB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Nog even: </a:t>
            </a:r>
            <a:r>
              <a:rPr lang="nl-NL" sz="3600" noProof="0" dirty="0" err="1"/>
              <a:t>detached</a:t>
            </a:r>
            <a:r>
              <a:rPr lang="nl-NL" sz="3600" noProof="0" dirty="0"/>
              <a:t> HEAD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34C35AD-2B92-0D89-1599-50CC174A0D7F}"/>
              </a:ext>
            </a:extLst>
          </p:cNvPr>
          <p:cNvGrpSpPr/>
          <p:nvPr/>
        </p:nvGrpSpPr>
        <p:grpSpPr>
          <a:xfrm>
            <a:off x="838200" y="3414444"/>
            <a:ext cx="5984463" cy="327320"/>
            <a:chOff x="1654294" y="2795457"/>
            <a:chExt cx="5984463" cy="32732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C82C491-3A21-7AA4-FF4B-C731814304A9}"/>
                </a:ext>
              </a:extLst>
            </p:cNvPr>
            <p:cNvCxnSpPr>
              <a:cxnSpLocks/>
            </p:cNvCxnSpPr>
            <p:nvPr/>
          </p:nvCxnSpPr>
          <p:spPr>
            <a:xfrm>
              <a:off x="1654294" y="2956562"/>
              <a:ext cx="59844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DE47A7D-A40A-C553-448D-D84A8D0678C5}"/>
                </a:ext>
              </a:extLst>
            </p:cNvPr>
            <p:cNvSpPr/>
            <p:nvPr/>
          </p:nvSpPr>
          <p:spPr>
            <a:xfrm>
              <a:off x="2471339" y="2795458"/>
              <a:ext cx="323160" cy="322207"/>
            </a:xfrm>
            <a:prstGeom prst="ellipse">
              <a:avLst/>
            </a:prstGeom>
            <a:gradFill>
              <a:gsLst>
                <a:gs pos="40000">
                  <a:schemeClr val="bg1"/>
                </a:gs>
                <a:gs pos="6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BB006EF-6131-B41F-A594-35FB4870B317}"/>
                </a:ext>
              </a:extLst>
            </p:cNvPr>
            <p:cNvSpPr/>
            <p:nvPr/>
          </p:nvSpPr>
          <p:spPr>
            <a:xfrm>
              <a:off x="4484945" y="2795457"/>
              <a:ext cx="323160" cy="32220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99EDAF6-2C2D-FB5F-B683-778113F21CDB}"/>
                </a:ext>
              </a:extLst>
            </p:cNvPr>
            <p:cNvSpPr/>
            <p:nvPr/>
          </p:nvSpPr>
          <p:spPr>
            <a:xfrm>
              <a:off x="6498551" y="2800570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7ED08C0-C311-0960-50A7-78A57A07966C}"/>
              </a:ext>
            </a:extLst>
          </p:cNvPr>
          <p:cNvSpPr txBox="1"/>
          <p:nvPr/>
        </p:nvSpPr>
        <p:spPr>
          <a:xfrm>
            <a:off x="4630698" y="2438194"/>
            <a:ext cx="2426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000" noProof="0" dirty="0"/>
              <a:t>.git/refs/</a:t>
            </a:r>
            <a:r>
              <a:rPr lang="nl-NL" sz="2000" noProof="0" dirty="0" err="1"/>
              <a:t>heads</a:t>
            </a:r>
            <a:r>
              <a:rPr lang="nl-NL" sz="2000" noProof="0" dirty="0"/>
              <a:t>/</a:t>
            </a:r>
            <a:r>
              <a:rPr lang="nl-NL" sz="2000" noProof="0" dirty="0" err="1"/>
              <a:t>main</a:t>
            </a:r>
            <a:endParaRPr lang="nl-NL" sz="2000" noProof="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DA9D8F-EDB2-9B33-0C00-AE05630B0277}"/>
              </a:ext>
            </a:extLst>
          </p:cNvPr>
          <p:cNvCxnSpPr>
            <a:stCxn id="13" idx="2"/>
            <a:endCxn id="58" idx="0"/>
          </p:cNvCxnSpPr>
          <p:nvPr/>
        </p:nvCxnSpPr>
        <p:spPr>
          <a:xfrm>
            <a:off x="5844037" y="2838304"/>
            <a:ext cx="0" cy="581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6BF8958-8E09-3496-BD41-859596891A1C}"/>
              </a:ext>
            </a:extLst>
          </p:cNvPr>
          <p:cNvSpPr/>
          <p:nvPr/>
        </p:nvSpPr>
        <p:spPr>
          <a:xfrm>
            <a:off x="2154004" y="4401211"/>
            <a:ext cx="3352853" cy="10339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noProof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.git/HEAD</a:t>
            </a:r>
            <a:r>
              <a:rPr lang="nl-NL" noProof="0" dirty="0">
                <a:solidFill>
                  <a:sysClr val="windowText" lastClr="000000"/>
                </a:solidFill>
                <a:cs typeface="Courier New" panose="02070309020205020404" pitchFamily="49" charset="0"/>
              </a:rPr>
              <a:t> wijst nu</a:t>
            </a:r>
          </a:p>
          <a:p>
            <a:pPr algn="ctr"/>
            <a:r>
              <a:rPr lang="nl-NL" noProof="0" dirty="0">
                <a:solidFill>
                  <a:sysClr val="windowText" lastClr="000000"/>
                </a:solidFill>
                <a:cs typeface="Courier New" panose="02070309020205020404" pitchFamily="49" charset="0"/>
              </a:rPr>
              <a:t>direct naar een </a:t>
            </a:r>
            <a:r>
              <a:rPr lang="nl-NL" noProof="0" dirty="0" err="1">
                <a:solidFill>
                  <a:sysClr val="windowText" lastClr="000000"/>
                </a:solidFill>
                <a:cs typeface="Courier New" panose="02070309020205020404" pitchFamily="49" charset="0"/>
              </a:rPr>
              <a:t>commit</a:t>
            </a:r>
            <a:endParaRPr lang="nl-NL" noProof="0" dirty="0">
              <a:solidFill>
                <a:sysClr val="windowText" lastClr="000000"/>
              </a:solidFill>
              <a:cs typeface="Courier New" panose="020703090202050204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04533F-28A5-EBC6-7D1A-1E0E45085EF2}"/>
              </a:ext>
            </a:extLst>
          </p:cNvPr>
          <p:cNvSpPr/>
          <p:nvPr/>
        </p:nvSpPr>
        <p:spPr>
          <a:xfrm>
            <a:off x="920010" y="2372640"/>
            <a:ext cx="1793630" cy="53834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.git/HEAD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16BD7A-3D99-3468-1383-BD8B98E21F4B}"/>
              </a:ext>
            </a:extLst>
          </p:cNvPr>
          <p:cNvCxnSpPr>
            <a:stCxn id="9" idx="2"/>
            <a:endCxn id="56" idx="0"/>
          </p:cNvCxnSpPr>
          <p:nvPr/>
        </p:nvCxnSpPr>
        <p:spPr>
          <a:xfrm>
            <a:off x="1816825" y="2910989"/>
            <a:ext cx="0" cy="503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7380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B97CB-0612-86D2-B361-386B31C3A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A888B-0747-C048-16B0-373FC7A39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Nog even: </a:t>
            </a:r>
            <a:r>
              <a:rPr lang="nl-NL" sz="3600" noProof="0" dirty="0" err="1"/>
              <a:t>detached</a:t>
            </a:r>
            <a:r>
              <a:rPr lang="nl-NL" sz="3600" noProof="0" dirty="0"/>
              <a:t> HEAD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53FBBCB-FD2F-424C-6ADD-B8BB0828BB13}"/>
              </a:ext>
            </a:extLst>
          </p:cNvPr>
          <p:cNvGrpSpPr/>
          <p:nvPr/>
        </p:nvGrpSpPr>
        <p:grpSpPr>
          <a:xfrm>
            <a:off x="838200" y="3414444"/>
            <a:ext cx="5984463" cy="327320"/>
            <a:chOff x="1654294" y="2795457"/>
            <a:chExt cx="5984463" cy="32732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462C8818-D5E0-DDBC-8A33-3412037E0306}"/>
                </a:ext>
              </a:extLst>
            </p:cNvPr>
            <p:cNvCxnSpPr>
              <a:cxnSpLocks/>
            </p:cNvCxnSpPr>
            <p:nvPr/>
          </p:nvCxnSpPr>
          <p:spPr>
            <a:xfrm>
              <a:off x="1654294" y="2956562"/>
              <a:ext cx="59844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D891139-706A-FC50-3B01-1830750F6FBD}"/>
                </a:ext>
              </a:extLst>
            </p:cNvPr>
            <p:cNvSpPr/>
            <p:nvPr/>
          </p:nvSpPr>
          <p:spPr>
            <a:xfrm>
              <a:off x="2471339" y="2795458"/>
              <a:ext cx="323160" cy="322207"/>
            </a:xfrm>
            <a:prstGeom prst="ellipse">
              <a:avLst/>
            </a:prstGeom>
            <a:gradFill>
              <a:gsLst>
                <a:gs pos="40000">
                  <a:schemeClr val="bg1"/>
                </a:gs>
                <a:gs pos="6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D34E973-B6FB-08E3-C277-741D5E9B8F9B}"/>
                </a:ext>
              </a:extLst>
            </p:cNvPr>
            <p:cNvSpPr/>
            <p:nvPr/>
          </p:nvSpPr>
          <p:spPr>
            <a:xfrm>
              <a:off x="4484945" y="2795457"/>
              <a:ext cx="323160" cy="32220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C514DF9-1585-960A-4434-7C9FA5149CAB}"/>
                </a:ext>
              </a:extLst>
            </p:cNvPr>
            <p:cNvSpPr/>
            <p:nvPr/>
          </p:nvSpPr>
          <p:spPr>
            <a:xfrm>
              <a:off x="6498551" y="2800570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D84476D-BBE8-3C4D-D79E-E5E23CC650BC}"/>
              </a:ext>
            </a:extLst>
          </p:cNvPr>
          <p:cNvSpPr txBox="1"/>
          <p:nvPr/>
        </p:nvSpPr>
        <p:spPr>
          <a:xfrm>
            <a:off x="4630698" y="2438194"/>
            <a:ext cx="2426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000" noProof="0" dirty="0"/>
              <a:t>.git/refs/</a:t>
            </a:r>
            <a:r>
              <a:rPr lang="nl-NL" sz="2000" noProof="0" dirty="0" err="1"/>
              <a:t>heads</a:t>
            </a:r>
            <a:r>
              <a:rPr lang="nl-NL" sz="2000" noProof="0" dirty="0"/>
              <a:t>/</a:t>
            </a:r>
            <a:r>
              <a:rPr lang="nl-NL" sz="2000" noProof="0" dirty="0" err="1"/>
              <a:t>main</a:t>
            </a:r>
            <a:endParaRPr lang="nl-NL" sz="2000" noProof="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0F7B62-E6D9-435C-E79E-1963EA050BCB}"/>
              </a:ext>
            </a:extLst>
          </p:cNvPr>
          <p:cNvCxnSpPr>
            <a:stCxn id="13" idx="2"/>
            <a:endCxn id="58" idx="0"/>
          </p:cNvCxnSpPr>
          <p:nvPr/>
        </p:nvCxnSpPr>
        <p:spPr>
          <a:xfrm>
            <a:off x="5844037" y="2838304"/>
            <a:ext cx="0" cy="581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1645B57-6544-93A3-0E81-FF3AEA817032}"/>
              </a:ext>
            </a:extLst>
          </p:cNvPr>
          <p:cNvSpPr/>
          <p:nvPr/>
        </p:nvSpPr>
        <p:spPr>
          <a:xfrm>
            <a:off x="4630698" y="4406714"/>
            <a:ext cx="3120600" cy="10339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noProof="0" dirty="0" err="1">
                <a:solidFill>
                  <a:sysClr val="windowText" lastClr="000000"/>
                </a:solidFill>
              </a:rPr>
              <a:t>Commits</a:t>
            </a:r>
            <a:r>
              <a:rPr lang="nl-NL" noProof="0" dirty="0">
                <a:solidFill>
                  <a:sysClr val="windowText" lastClr="000000"/>
                </a:solidFill>
              </a:rPr>
              <a:t> landen niet op een </a:t>
            </a:r>
            <a:r>
              <a:rPr lang="nl-NL" noProof="0" dirty="0" err="1">
                <a:solidFill>
                  <a:sysClr val="windowText" lastClr="000000"/>
                </a:solidFill>
              </a:rPr>
              <a:t>branch</a:t>
            </a:r>
            <a:r>
              <a:rPr lang="nl-NL" noProof="0" dirty="0">
                <a:solidFill>
                  <a:sysClr val="windowText" lastClr="000000"/>
                </a:solidFill>
              </a:rPr>
              <a:t>…</a:t>
            </a:r>
            <a:endParaRPr lang="nl-NL" noProof="0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D07D2B-95DA-6E5C-9FEB-C9FC7A3CF433}"/>
              </a:ext>
            </a:extLst>
          </p:cNvPr>
          <p:cNvSpPr/>
          <p:nvPr/>
        </p:nvSpPr>
        <p:spPr>
          <a:xfrm>
            <a:off x="2933616" y="5836465"/>
            <a:ext cx="1793630" cy="53834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.git/HEAD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2AB41E5-E1F1-8E2C-A84B-9B82DE95A734}"/>
              </a:ext>
            </a:extLst>
          </p:cNvPr>
          <p:cNvCxnSpPr>
            <a:cxnSpLocks/>
            <a:stCxn id="9" idx="0"/>
            <a:endCxn id="3" idx="4"/>
          </p:cNvCxnSpPr>
          <p:nvPr/>
        </p:nvCxnSpPr>
        <p:spPr>
          <a:xfrm flipV="1">
            <a:off x="3830431" y="5084806"/>
            <a:ext cx="0" cy="751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17803E50-D233-6C62-EA35-870010C9006F}"/>
              </a:ext>
            </a:extLst>
          </p:cNvPr>
          <p:cNvSpPr/>
          <p:nvPr/>
        </p:nvSpPr>
        <p:spPr>
          <a:xfrm>
            <a:off x="3668851" y="4762599"/>
            <a:ext cx="323160" cy="32220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C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406F49A4-4047-B16D-4925-42F4A8CDE1E1}"/>
              </a:ext>
            </a:extLst>
          </p:cNvPr>
          <p:cNvCxnSpPr>
            <a:stCxn id="56" idx="4"/>
            <a:endCxn id="3" idx="2"/>
          </p:cNvCxnSpPr>
          <p:nvPr/>
        </p:nvCxnSpPr>
        <p:spPr>
          <a:xfrm rot="16200000" flipH="1">
            <a:off x="2149313" y="3404164"/>
            <a:ext cx="1187051" cy="185202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2002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903D-3E96-FCCA-4245-3861E64A8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D00F-2F2B-69EB-39E9-85860723E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Nog even: </a:t>
            </a:r>
            <a:r>
              <a:rPr lang="nl-NL" sz="3600" noProof="0" dirty="0" err="1"/>
              <a:t>detached</a:t>
            </a:r>
            <a:r>
              <a:rPr lang="nl-NL" sz="3600" noProof="0" dirty="0"/>
              <a:t> HEAD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E9D5C3D-8E82-687C-9508-CB54D20AA081}"/>
              </a:ext>
            </a:extLst>
          </p:cNvPr>
          <p:cNvGrpSpPr/>
          <p:nvPr/>
        </p:nvGrpSpPr>
        <p:grpSpPr>
          <a:xfrm>
            <a:off x="838200" y="3414444"/>
            <a:ext cx="5984463" cy="327320"/>
            <a:chOff x="1654294" y="2795457"/>
            <a:chExt cx="5984463" cy="32732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812530E-45BC-865B-B368-0ACFD932DF81}"/>
                </a:ext>
              </a:extLst>
            </p:cNvPr>
            <p:cNvCxnSpPr>
              <a:cxnSpLocks/>
            </p:cNvCxnSpPr>
            <p:nvPr/>
          </p:nvCxnSpPr>
          <p:spPr>
            <a:xfrm>
              <a:off x="1654294" y="2956562"/>
              <a:ext cx="59844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44EE482-0FDB-5FCE-9641-1438636F2C22}"/>
                </a:ext>
              </a:extLst>
            </p:cNvPr>
            <p:cNvSpPr/>
            <p:nvPr/>
          </p:nvSpPr>
          <p:spPr>
            <a:xfrm>
              <a:off x="2471339" y="2795458"/>
              <a:ext cx="323160" cy="322207"/>
            </a:xfrm>
            <a:prstGeom prst="ellipse">
              <a:avLst/>
            </a:prstGeom>
            <a:gradFill>
              <a:gsLst>
                <a:gs pos="40000">
                  <a:schemeClr val="bg1"/>
                </a:gs>
                <a:gs pos="6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8793DAE-647D-DB4A-C762-9BA13ECA8382}"/>
                </a:ext>
              </a:extLst>
            </p:cNvPr>
            <p:cNvSpPr/>
            <p:nvPr/>
          </p:nvSpPr>
          <p:spPr>
            <a:xfrm>
              <a:off x="4484945" y="2795457"/>
              <a:ext cx="323160" cy="32220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4F06213-CD48-E38A-7D8A-7967711F8BC4}"/>
                </a:ext>
              </a:extLst>
            </p:cNvPr>
            <p:cNvSpPr/>
            <p:nvPr/>
          </p:nvSpPr>
          <p:spPr>
            <a:xfrm>
              <a:off x="6498551" y="2800570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021EE6A-340C-5257-7259-90F9EBC9931C}"/>
              </a:ext>
            </a:extLst>
          </p:cNvPr>
          <p:cNvSpPr txBox="1"/>
          <p:nvPr/>
        </p:nvSpPr>
        <p:spPr>
          <a:xfrm>
            <a:off x="4630698" y="2438194"/>
            <a:ext cx="2426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000" noProof="0" dirty="0"/>
              <a:t>.git/refs/</a:t>
            </a:r>
            <a:r>
              <a:rPr lang="nl-NL" sz="2000" noProof="0" dirty="0" err="1"/>
              <a:t>heads</a:t>
            </a:r>
            <a:r>
              <a:rPr lang="nl-NL" sz="2000" noProof="0" dirty="0"/>
              <a:t>/</a:t>
            </a:r>
            <a:r>
              <a:rPr lang="nl-NL" sz="2000" noProof="0" dirty="0" err="1"/>
              <a:t>main</a:t>
            </a:r>
            <a:endParaRPr lang="nl-NL" sz="2000" noProof="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A0BC2EB-B098-CE7A-7B26-53598EA2B1C8}"/>
              </a:ext>
            </a:extLst>
          </p:cNvPr>
          <p:cNvCxnSpPr>
            <a:cxnSpLocks/>
            <a:stCxn id="13" idx="2"/>
            <a:endCxn id="58" idx="0"/>
          </p:cNvCxnSpPr>
          <p:nvPr/>
        </p:nvCxnSpPr>
        <p:spPr>
          <a:xfrm>
            <a:off x="5844037" y="2838304"/>
            <a:ext cx="0" cy="581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A0F5822-8AA8-5A34-79D9-FFE536566903}"/>
              </a:ext>
            </a:extLst>
          </p:cNvPr>
          <p:cNvSpPr/>
          <p:nvPr/>
        </p:nvSpPr>
        <p:spPr>
          <a:xfrm>
            <a:off x="4630698" y="4406714"/>
            <a:ext cx="3120600" cy="10339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noProof="0">
                <a:solidFill>
                  <a:sysClr val="windowText" lastClr="000000"/>
                </a:solidFill>
              </a:rPr>
              <a:t>Maak een </a:t>
            </a:r>
            <a:r>
              <a:rPr lang="nl-NL" noProof="0" dirty="0" err="1">
                <a:solidFill>
                  <a:sysClr val="windowText" lastClr="000000"/>
                </a:solidFill>
              </a:rPr>
              <a:t>branch</a:t>
            </a:r>
            <a:r>
              <a:rPr lang="nl-NL" noProof="0" dirty="0">
                <a:solidFill>
                  <a:sysClr val="windowText" lastClr="000000"/>
                </a:solidFill>
              </a:rPr>
              <a:t> met</a:t>
            </a:r>
          </a:p>
          <a:p>
            <a:pPr algn="ctr"/>
            <a:r>
              <a:rPr lang="nl-NL" noProof="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switch –c &lt;naam&gt;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52205C-F5F2-C40D-A0F5-B27E57EEB4D4}"/>
              </a:ext>
            </a:extLst>
          </p:cNvPr>
          <p:cNvSpPr/>
          <p:nvPr/>
        </p:nvSpPr>
        <p:spPr>
          <a:xfrm>
            <a:off x="2933616" y="5836465"/>
            <a:ext cx="1793630" cy="53834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.git/HEAD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727D3B-6018-B351-0A74-F88BDF340BAB}"/>
              </a:ext>
            </a:extLst>
          </p:cNvPr>
          <p:cNvCxnSpPr>
            <a:cxnSpLocks/>
            <a:stCxn id="9" idx="0"/>
            <a:endCxn id="3" idx="4"/>
          </p:cNvCxnSpPr>
          <p:nvPr/>
        </p:nvCxnSpPr>
        <p:spPr>
          <a:xfrm flipV="1">
            <a:off x="3830431" y="5084806"/>
            <a:ext cx="0" cy="751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BE01D715-17C0-7354-0DB3-688E57CCE8C6}"/>
              </a:ext>
            </a:extLst>
          </p:cNvPr>
          <p:cNvSpPr/>
          <p:nvPr/>
        </p:nvSpPr>
        <p:spPr>
          <a:xfrm>
            <a:off x="3668851" y="4762599"/>
            <a:ext cx="323160" cy="32220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C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11347D8-8008-8947-F027-C4C0B2EB3E3A}"/>
              </a:ext>
            </a:extLst>
          </p:cNvPr>
          <p:cNvCxnSpPr>
            <a:stCxn id="56" idx="4"/>
            <a:endCxn id="3" idx="2"/>
          </p:cNvCxnSpPr>
          <p:nvPr/>
        </p:nvCxnSpPr>
        <p:spPr>
          <a:xfrm rot="16200000" flipH="1">
            <a:off x="2149313" y="3404164"/>
            <a:ext cx="1187051" cy="185202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4079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A48FE-8950-6BA5-F03C-BA0CC6320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AD4D-11A9-FF00-12D3-D87812D8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Branches: Samenvatting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3F691CB-AD4B-2C69-5B6F-8C0B5B7CA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5520398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b="1" noProof="0" dirty="0">
                <a:cs typeface="Courier New" panose="02070309020205020404" pitchFamily="49" charset="0"/>
              </a:rPr>
              <a:t>Branches zijn: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Referenties met een naam.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Referenties die automatisch updaten.</a:t>
            </a: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b="1" noProof="0" dirty="0">
                <a:cs typeface="Courier New" panose="02070309020205020404" pitchFamily="49" charset="0"/>
              </a:rPr>
              <a:t>Branches maken het mogelijk om: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Namen te geven aan verschillende versies.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Tegelijkertijd te werken aan verschillende versies.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Beter samen te werken met anderen.</a:t>
            </a:r>
          </a:p>
          <a:p>
            <a:pPr>
              <a:buFontTx/>
              <a:buChar char="-"/>
            </a:pPr>
            <a:endParaRPr lang="nl-NL" sz="1800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endParaRPr lang="nl-NL" sz="1800" noProof="0" dirty="0">
              <a:cs typeface="Courier New" panose="020703090202050204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966175-ED13-2AD7-F004-C4BE8A7B58F7}"/>
              </a:ext>
            </a:extLst>
          </p:cNvPr>
          <p:cNvSpPr/>
          <p:nvPr/>
        </p:nvSpPr>
        <p:spPr>
          <a:xfrm>
            <a:off x="8438269" y="2767818"/>
            <a:ext cx="1631853" cy="66118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 err="1"/>
              <a:t>main</a:t>
            </a:r>
            <a:endParaRPr lang="nl-NL" noProof="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CDEBB3-E99A-3FAC-C642-85B2EA8AA945}"/>
              </a:ext>
            </a:extLst>
          </p:cNvPr>
          <p:cNvSpPr/>
          <p:nvPr/>
        </p:nvSpPr>
        <p:spPr>
          <a:xfrm>
            <a:off x="8438270" y="1406769"/>
            <a:ext cx="1631853" cy="66118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productie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DFE04F-87D9-EFCD-2AF3-6A1C97F49D46}"/>
              </a:ext>
            </a:extLst>
          </p:cNvPr>
          <p:cNvCxnSpPr>
            <a:cxnSpLocks/>
            <a:stCxn id="3" idx="0"/>
            <a:endCxn id="5" idx="2"/>
          </p:cNvCxnSpPr>
          <p:nvPr/>
        </p:nvCxnSpPr>
        <p:spPr>
          <a:xfrm flipV="1">
            <a:off x="9254196" y="2067951"/>
            <a:ext cx="1" cy="699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960BCE2-FB3B-7C5C-FFA8-1F859A54CB4C}"/>
              </a:ext>
            </a:extLst>
          </p:cNvPr>
          <p:cNvSpPr/>
          <p:nvPr/>
        </p:nvSpPr>
        <p:spPr>
          <a:xfrm>
            <a:off x="7432429" y="4270717"/>
            <a:ext cx="1631853" cy="6611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feature A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E179A7ED-E674-02F5-655D-5A16191A8D53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 rot="5400000">
            <a:off x="8330418" y="3346938"/>
            <a:ext cx="841717" cy="100584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3FC7712-E63A-1598-25EE-44A458DA3D07}"/>
              </a:ext>
            </a:extLst>
          </p:cNvPr>
          <p:cNvSpPr/>
          <p:nvPr/>
        </p:nvSpPr>
        <p:spPr>
          <a:xfrm>
            <a:off x="9488657" y="4270718"/>
            <a:ext cx="1631853" cy="6611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feature B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C7170B3-ADEF-BD0E-82E6-DBE38CE17CF1}"/>
              </a:ext>
            </a:extLst>
          </p:cNvPr>
          <p:cNvCxnSpPr>
            <a:stCxn id="3" idx="2"/>
            <a:endCxn id="12" idx="0"/>
          </p:cNvCxnSpPr>
          <p:nvPr/>
        </p:nvCxnSpPr>
        <p:spPr>
          <a:xfrm rot="16200000" flipH="1">
            <a:off x="9358531" y="3324665"/>
            <a:ext cx="841718" cy="105038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23" name="Graphic 22" descr="Programmer female with solid fill">
            <a:extLst>
              <a:ext uri="{FF2B5EF4-FFF2-40B4-BE49-F238E27FC236}">
                <a16:creationId xmlns:a16="http://schemas.microsoft.com/office/drawing/2014/main" id="{73B31F2A-AC0B-AD31-E680-771B56206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1155" y="5118296"/>
            <a:ext cx="914400" cy="914400"/>
          </a:xfrm>
          <a:prstGeom prst="rect">
            <a:avLst/>
          </a:prstGeom>
        </p:spPr>
      </p:pic>
      <p:pic>
        <p:nvPicPr>
          <p:cNvPr id="25" name="Graphic 24" descr="Programmer male with solid fill">
            <a:extLst>
              <a:ext uri="{FF2B5EF4-FFF2-40B4-BE49-F238E27FC236}">
                <a16:creationId xmlns:a16="http://schemas.microsoft.com/office/drawing/2014/main" id="{2C6FF18B-AF05-80BF-1F78-22312DC67B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47383" y="511243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8180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F70A6-25D5-233C-A7DB-D49FCA8F3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31189-E6FD-AE06-7EC2-08AF3F28A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Voorbeeld opzet branches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D6D920B-7391-89FC-92CD-3589FF4D01C7}"/>
              </a:ext>
            </a:extLst>
          </p:cNvPr>
          <p:cNvCxnSpPr>
            <a:cxnSpLocks/>
          </p:cNvCxnSpPr>
          <p:nvPr/>
        </p:nvCxnSpPr>
        <p:spPr>
          <a:xfrm>
            <a:off x="838200" y="2358690"/>
            <a:ext cx="732809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A9B70236-3AE5-722F-B8EC-278283BE5059}"/>
              </a:ext>
            </a:extLst>
          </p:cNvPr>
          <p:cNvSpPr/>
          <p:nvPr/>
        </p:nvSpPr>
        <p:spPr>
          <a:xfrm>
            <a:off x="1655245" y="2197586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C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9F5EA53-6B37-E165-A622-28512360A920}"/>
              </a:ext>
            </a:extLst>
          </p:cNvPr>
          <p:cNvSpPr/>
          <p:nvPr/>
        </p:nvSpPr>
        <p:spPr>
          <a:xfrm>
            <a:off x="2958431" y="2197585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C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0EF47D92-BB8A-0D02-D188-504EAA42C746}"/>
              </a:ext>
            </a:extLst>
          </p:cNvPr>
          <p:cNvCxnSpPr>
            <a:cxnSpLocks/>
            <a:stCxn id="57" idx="4"/>
          </p:cNvCxnSpPr>
          <p:nvPr/>
        </p:nvCxnSpPr>
        <p:spPr>
          <a:xfrm rot="16200000" flipH="1">
            <a:off x="5232052" y="407750"/>
            <a:ext cx="822205" cy="50462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DE9E2C2-0DA5-F042-C63B-DA132EB373E0}"/>
              </a:ext>
            </a:extLst>
          </p:cNvPr>
          <p:cNvSpPr txBox="1"/>
          <p:nvPr/>
        </p:nvSpPr>
        <p:spPr>
          <a:xfrm>
            <a:off x="9298259" y="2135702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noProof="0" dirty="0" err="1"/>
              <a:t>main</a:t>
            </a:r>
            <a:endParaRPr lang="nl-NL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BB599E-9932-CED7-6D08-60D72B9C932D}"/>
              </a:ext>
            </a:extLst>
          </p:cNvPr>
          <p:cNvSpPr txBox="1"/>
          <p:nvPr/>
        </p:nvSpPr>
        <p:spPr>
          <a:xfrm>
            <a:off x="9298259" y="3170230"/>
            <a:ext cx="983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noProof="0" dirty="0" err="1"/>
              <a:t>develop</a:t>
            </a:r>
            <a:endParaRPr lang="nl-NL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5D16238-2C0F-9FEF-CD8D-741B782D5500}"/>
              </a:ext>
            </a:extLst>
          </p:cNvPr>
          <p:cNvSpPr/>
          <p:nvPr/>
        </p:nvSpPr>
        <p:spPr>
          <a:xfrm>
            <a:off x="4317887" y="3180896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C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05AF9AA-3707-0846-B8D0-D7A9099693DE}"/>
              </a:ext>
            </a:extLst>
          </p:cNvPr>
          <p:cNvCxnSpPr>
            <a:cxnSpLocks/>
            <a:stCxn id="19" idx="4"/>
          </p:cNvCxnSpPr>
          <p:nvPr/>
        </p:nvCxnSpPr>
        <p:spPr>
          <a:xfrm rot="16200000" flipH="1">
            <a:off x="5900974" y="2081595"/>
            <a:ext cx="843817" cy="36868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6E51369-E5E1-84B3-D3DA-9EBD6F933A6C}"/>
              </a:ext>
            </a:extLst>
          </p:cNvPr>
          <p:cNvSpPr/>
          <p:nvPr/>
        </p:nvSpPr>
        <p:spPr>
          <a:xfrm>
            <a:off x="6143518" y="4185066"/>
            <a:ext cx="323160" cy="32220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139C2F-9AB4-913A-1AAD-FBD77A59C1B6}"/>
              </a:ext>
            </a:extLst>
          </p:cNvPr>
          <p:cNvSpPr txBox="1"/>
          <p:nvPr/>
        </p:nvSpPr>
        <p:spPr>
          <a:xfrm>
            <a:off x="9294360" y="4137941"/>
            <a:ext cx="2001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noProof="0" dirty="0"/>
              <a:t>feature/unit-tests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1A48631-A715-ED6E-9A7A-7F30C807542F}"/>
              </a:ext>
            </a:extLst>
          </p:cNvPr>
          <p:cNvSpPr/>
          <p:nvPr/>
        </p:nvSpPr>
        <p:spPr>
          <a:xfrm>
            <a:off x="5240841" y="4185066"/>
            <a:ext cx="323160" cy="32220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C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CED0B24-E9D7-DE83-C789-6F9CCE31D5FB}"/>
              </a:ext>
            </a:extLst>
          </p:cNvPr>
          <p:cNvSpPr/>
          <p:nvPr/>
        </p:nvSpPr>
        <p:spPr>
          <a:xfrm>
            <a:off x="7046195" y="4185066"/>
            <a:ext cx="323160" cy="32220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D8F1E7-6EE6-5337-F7F1-0F3569CC21A8}"/>
              </a:ext>
            </a:extLst>
          </p:cNvPr>
          <p:cNvSpPr/>
          <p:nvPr/>
        </p:nvSpPr>
        <p:spPr>
          <a:xfrm>
            <a:off x="493381" y="1756437"/>
            <a:ext cx="11235937" cy="206562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gedeeld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600708-4B1C-52A1-27D5-30DBF4CF75D0}"/>
              </a:ext>
            </a:extLst>
          </p:cNvPr>
          <p:cNvSpPr/>
          <p:nvPr/>
        </p:nvSpPr>
        <p:spPr>
          <a:xfrm>
            <a:off x="493380" y="3822060"/>
            <a:ext cx="11235937" cy="942495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persoonlijk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8428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F98E2-4369-58BF-5F17-AC958580E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8921DF-B3F4-5A97-74CC-BB389C751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Branches </a:t>
            </a:r>
            <a:r>
              <a:rPr lang="nl-NL" noProof="0" dirty="0" err="1"/>
              <a:t>mergen</a:t>
            </a:r>
            <a:endParaRPr lang="nl-NL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93926-3830-5308-64DC-D6648F14B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8460760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DB718-D205-7146-BA27-8394C679E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FA04F-3DE3-0AC0-F853-B898E6BF7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Merge</a:t>
            </a:r>
            <a:r>
              <a:rPr lang="nl-NL" sz="3600" noProof="0" dirty="0"/>
              <a:t>: </a:t>
            </a:r>
            <a:r>
              <a:rPr lang="nl-NL" sz="3600" noProof="0" dirty="0" err="1"/>
              <a:t>Fast</a:t>
            </a:r>
            <a:r>
              <a:rPr lang="nl-NL" sz="3600" noProof="0" dirty="0"/>
              <a:t> forward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83D781E-5FC6-D5F6-13C1-2D3848A3921B}"/>
              </a:ext>
            </a:extLst>
          </p:cNvPr>
          <p:cNvGrpSpPr/>
          <p:nvPr/>
        </p:nvGrpSpPr>
        <p:grpSpPr>
          <a:xfrm>
            <a:off x="2553286" y="1636850"/>
            <a:ext cx="7054949" cy="1372213"/>
            <a:chOff x="991772" y="1847866"/>
            <a:chExt cx="7054949" cy="137221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BB83EF3-D8CD-4952-C711-73BBA17FA42D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991772" y="2018713"/>
              <a:ext cx="5056856" cy="138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1680B0E-7EE2-A482-8A9D-35E18912F267}"/>
                </a:ext>
              </a:extLst>
            </p:cNvPr>
            <p:cNvSpPr txBox="1"/>
            <p:nvPr/>
          </p:nvSpPr>
          <p:spPr>
            <a:xfrm>
              <a:off x="6048628" y="1847866"/>
              <a:ext cx="983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main</a:t>
              </a:r>
              <a:endParaRPr lang="nl-NL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F5D04DE-667C-F937-AADE-746E6DF1630E}"/>
                </a:ext>
              </a:extLst>
            </p:cNvPr>
            <p:cNvSpPr/>
            <p:nvPr/>
          </p:nvSpPr>
          <p:spPr>
            <a:xfrm>
              <a:off x="1757571" y="1858532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A</a:t>
              </a:r>
            </a:p>
          </p:txBody>
        </p: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66E4D197-003E-2FF6-4B71-FF7BFF7CDD39}"/>
                </a:ext>
              </a:extLst>
            </p:cNvPr>
            <p:cNvCxnSpPr>
              <a:cxnSpLocks/>
              <a:stCxn id="19" idx="4"/>
              <a:endCxn id="27" idx="1"/>
            </p:cNvCxnSpPr>
            <p:nvPr/>
          </p:nvCxnSpPr>
          <p:spPr>
            <a:xfrm rot="16200000" flipH="1">
              <a:off x="3554603" y="545287"/>
              <a:ext cx="854674" cy="412557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544AE11-74A3-1ED3-1006-9D87494FBB8A}"/>
                </a:ext>
              </a:extLst>
            </p:cNvPr>
            <p:cNvSpPr/>
            <p:nvPr/>
          </p:nvSpPr>
          <p:spPr>
            <a:xfrm>
              <a:off x="3583202" y="2862702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9DE6281-3699-FE2E-41BE-C444AA97F2AA}"/>
                </a:ext>
              </a:extLst>
            </p:cNvPr>
            <p:cNvSpPr txBox="1"/>
            <p:nvPr/>
          </p:nvSpPr>
          <p:spPr>
            <a:xfrm>
              <a:off x="6044729" y="2850747"/>
              <a:ext cx="20019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develop</a:t>
              </a:r>
              <a:endParaRPr lang="nl-NL" noProof="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E56F51-0FE3-EB2B-DF50-4F2245025F0C}"/>
                </a:ext>
              </a:extLst>
            </p:cNvPr>
            <p:cNvSpPr/>
            <p:nvPr/>
          </p:nvSpPr>
          <p:spPr>
            <a:xfrm>
              <a:off x="2589596" y="2875346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67E46A8-0488-A9F3-44FB-A1FF0B924EA6}"/>
                </a:ext>
              </a:extLst>
            </p:cNvPr>
            <p:cNvSpPr/>
            <p:nvPr/>
          </p:nvSpPr>
          <p:spPr>
            <a:xfrm>
              <a:off x="4576808" y="2875345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3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55542FF3-3D43-CB80-BD04-63DC1758BF56}"/>
              </a:ext>
            </a:extLst>
          </p:cNvPr>
          <p:cNvSpPr/>
          <p:nvPr/>
        </p:nvSpPr>
        <p:spPr>
          <a:xfrm>
            <a:off x="2166425" y="3480331"/>
            <a:ext cx="7441810" cy="8806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0" tIns="72000" rIns="360000" bIns="72000" rtlCol="0" anchor="ctr"/>
          <a:lstStyle/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checkout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develop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0216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F1460-89EA-84D2-F866-69BD70E78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66D0D-1B3A-399A-99E3-FFC633E20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Merge</a:t>
            </a:r>
            <a:r>
              <a:rPr lang="nl-NL" sz="3600" noProof="0" dirty="0"/>
              <a:t>: </a:t>
            </a:r>
            <a:r>
              <a:rPr lang="nl-NL" sz="3600" noProof="0" dirty="0" err="1"/>
              <a:t>Fast</a:t>
            </a:r>
            <a:r>
              <a:rPr lang="nl-NL" sz="3600" noProof="0" dirty="0"/>
              <a:t> forward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C58429C-92CA-7C7C-08C9-943E50E76665}"/>
              </a:ext>
            </a:extLst>
          </p:cNvPr>
          <p:cNvGrpSpPr/>
          <p:nvPr/>
        </p:nvGrpSpPr>
        <p:grpSpPr>
          <a:xfrm>
            <a:off x="2553286" y="1636850"/>
            <a:ext cx="7054949" cy="1372213"/>
            <a:chOff x="991772" y="1847866"/>
            <a:chExt cx="7054949" cy="137221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E58F061-F5C4-4255-2C25-338F03EB96AA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991772" y="2018713"/>
              <a:ext cx="5056856" cy="138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0747EDD-6D8B-9451-BA89-8A5EA677BE68}"/>
                </a:ext>
              </a:extLst>
            </p:cNvPr>
            <p:cNvSpPr txBox="1"/>
            <p:nvPr/>
          </p:nvSpPr>
          <p:spPr>
            <a:xfrm>
              <a:off x="6048628" y="1847866"/>
              <a:ext cx="983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main</a:t>
              </a:r>
              <a:endParaRPr lang="nl-NL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182716E-F34F-D3B7-16F5-A5F2A51498E6}"/>
                </a:ext>
              </a:extLst>
            </p:cNvPr>
            <p:cNvSpPr/>
            <p:nvPr/>
          </p:nvSpPr>
          <p:spPr>
            <a:xfrm>
              <a:off x="1757571" y="1858532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A</a:t>
              </a:r>
            </a:p>
          </p:txBody>
        </p: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77562530-6A31-3E65-A160-8DE10101A306}"/>
                </a:ext>
              </a:extLst>
            </p:cNvPr>
            <p:cNvCxnSpPr>
              <a:cxnSpLocks/>
              <a:stCxn id="19" idx="4"/>
              <a:endCxn id="27" idx="1"/>
            </p:cNvCxnSpPr>
            <p:nvPr/>
          </p:nvCxnSpPr>
          <p:spPr>
            <a:xfrm rot="16200000" flipH="1">
              <a:off x="3554603" y="545287"/>
              <a:ext cx="854674" cy="412557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CEE1D5F-1598-0636-9512-16080C610A58}"/>
                </a:ext>
              </a:extLst>
            </p:cNvPr>
            <p:cNvSpPr/>
            <p:nvPr/>
          </p:nvSpPr>
          <p:spPr>
            <a:xfrm>
              <a:off x="3583202" y="2862702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E1886CE-C32E-6925-5F55-39CE7E326851}"/>
                </a:ext>
              </a:extLst>
            </p:cNvPr>
            <p:cNvSpPr txBox="1"/>
            <p:nvPr/>
          </p:nvSpPr>
          <p:spPr>
            <a:xfrm>
              <a:off x="6044729" y="2850747"/>
              <a:ext cx="20019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develop</a:t>
              </a:r>
              <a:endParaRPr lang="nl-NL" noProof="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1038ABB-B7F6-D5D1-88BA-2D8F658ED692}"/>
                </a:ext>
              </a:extLst>
            </p:cNvPr>
            <p:cNvSpPr/>
            <p:nvPr/>
          </p:nvSpPr>
          <p:spPr>
            <a:xfrm>
              <a:off x="2589596" y="2875346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74122B1-76E1-D24D-375B-2D1595B7A83D}"/>
                </a:ext>
              </a:extLst>
            </p:cNvPr>
            <p:cNvSpPr/>
            <p:nvPr/>
          </p:nvSpPr>
          <p:spPr>
            <a:xfrm>
              <a:off x="4576808" y="2875345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3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FEC62DCC-DFC8-420D-2835-55E6D33B2F51}"/>
              </a:ext>
            </a:extLst>
          </p:cNvPr>
          <p:cNvSpPr/>
          <p:nvPr/>
        </p:nvSpPr>
        <p:spPr>
          <a:xfrm>
            <a:off x="2166425" y="3480331"/>
            <a:ext cx="7441810" cy="8806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0" tIns="72000" rIns="360000" bIns="72000" rtlCol="0" anchor="ctr"/>
          <a:lstStyle/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checkout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develop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4AA55A-49DA-A5E3-718F-F9078B6D50C6}"/>
              </a:ext>
            </a:extLst>
          </p:cNvPr>
          <p:cNvGrpSpPr/>
          <p:nvPr/>
        </p:nvGrpSpPr>
        <p:grpSpPr>
          <a:xfrm>
            <a:off x="2553286" y="5027541"/>
            <a:ext cx="7054949" cy="1361547"/>
            <a:chOff x="991772" y="1858532"/>
            <a:chExt cx="7054949" cy="1361547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F597AF59-6886-B763-0A68-ADA83BF95F1F}"/>
                </a:ext>
              </a:extLst>
            </p:cNvPr>
            <p:cNvCxnSpPr>
              <a:cxnSpLocks/>
            </p:cNvCxnSpPr>
            <p:nvPr/>
          </p:nvCxnSpPr>
          <p:spPr>
            <a:xfrm>
              <a:off x="991772" y="2018713"/>
              <a:ext cx="9273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9CD9358-91C4-DC2D-FB49-8BD0767CD982}"/>
                </a:ext>
              </a:extLst>
            </p:cNvPr>
            <p:cNvSpPr/>
            <p:nvPr/>
          </p:nvSpPr>
          <p:spPr>
            <a:xfrm>
              <a:off x="1757571" y="1858532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A</a:t>
              </a:r>
            </a:p>
          </p:txBody>
        </p: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E90A6885-AF20-BF3A-CEF9-3C6E7C603629}"/>
                </a:ext>
              </a:extLst>
            </p:cNvPr>
            <p:cNvCxnSpPr>
              <a:cxnSpLocks/>
              <a:stCxn id="6" idx="4"/>
              <a:endCxn id="10" idx="1"/>
            </p:cNvCxnSpPr>
            <p:nvPr/>
          </p:nvCxnSpPr>
          <p:spPr>
            <a:xfrm rot="16200000" flipH="1">
              <a:off x="3554603" y="545287"/>
              <a:ext cx="854674" cy="412557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B6EECA-EB75-0B05-C946-98EB1A0B2F08}"/>
                </a:ext>
              </a:extLst>
            </p:cNvPr>
            <p:cNvSpPr/>
            <p:nvPr/>
          </p:nvSpPr>
          <p:spPr>
            <a:xfrm>
              <a:off x="3583202" y="2862702"/>
              <a:ext cx="323160" cy="322207"/>
            </a:xfrm>
            <a:prstGeom prst="ellipse">
              <a:avLst/>
            </a:prstGeom>
            <a:gradFill>
              <a:gsLst>
                <a:gs pos="60000">
                  <a:schemeClr val="accent5">
                    <a:lumMod val="40000"/>
                    <a:lumOff val="60000"/>
                  </a:schemeClr>
                </a:gs>
                <a:gs pos="40000">
                  <a:schemeClr val="accent6">
                    <a:lumMod val="40000"/>
                    <a:lumOff val="60000"/>
                  </a:schemeClr>
                </a:gs>
              </a:gsLst>
              <a:lin ang="5400000" scaled="1"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81201B3-182C-851E-5614-35B6570CEE6D}"/>
                </a:ext>
              </a:extLst>
            </p:cNvPr>
            <p:cNvSpPr txBox="1"/>
            <p:nvPr/>
          </p:nvSpPr>
          <p:spPr>
            <a:xfrm>
              <a:off x="6044729" y="2850747"/>
              <a:ext cx="20019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develop</a:t>
              </a:r>
              <a:endParaRPr lang="nl-NL" noProof="0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9E9EE50-8ECA-6808-46D5-594D268402E1}"/>
                </a:ext>
              </a:extLst>
            </p:cNvPr>
            <p:cNvSpPr/>
            <p:nvPr/>
          </p:nvSpPr>
          <p:spPr>
            <a:xfrm>
              <a:off x="2589596" y="2875346"/>
              <a:ext cx="323160" cy="322207"/>
            </a:xfrm>
            <a:prstGeom prst="ellipse">
              <a:avLst/>
            </a:prstGeom>
            <a:gradFill>
              <a:gsLst>
                <a:gs pos="60000">
                  <a:schemeClr val="accent5">
                    <a:lumMod val="40000"/>
                    <a:lumOff val="60000"/>
                  </a:schemeClr>
                </a:gs>
                <a:gs pos="40000">
                  <a:schemeClr val="accent6">
                    <a:lumMod val="40000"/>
                    <a:lumOff val="60000"/>
                  </a:schemeClr>
                </a:gs>
              </a:gsLst>
              <a:lin ang="5400000" scaled="1"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1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BD71FC7-C3A3-84F9-D9F5-EF434217B8C9}"/>
                </a:ext>
              </a:extLst>
            </p:cNvPr>
            <p:cNvSpPr/>
            <p:nvPr/>
          </p:nvSpPr>
          <p:spPr>
            <a:xfrm>
              <a:off x="4576808" y="2875345"/>
              <a:ext cx="323160" cy="322207"/>
            </a:xfrm>
            <a:prstGeom prst="ellipse">
              <a:avLst/>
            </a:prstGeom>
            <a:gradFill>
              <a:gsLst>
                <a:gs pos="60000">
                  <a:schemeClr val="accent5">
                    <a:lumMod val="40000"/>
                    <a:lumOff val="60000"/>
                  </a:schemeClr>
                </a:gs>
                <a:gs pos="40000">
                  <a:schemeClr val="accent6">
                    <a:lumMod val="40000"/>
                    <a:lumOff val="60000"/>
                  </a:schemeClr>
                </a:gs>
              </a:gsLst>
              <a:lin ang="5400000" scaled="1"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3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A888945B-3B47-6373-E2F5-A174860194C5}"/>
              </a:ext>
            </a:extLst>
          </p:cNvPr>
          <p:cNvSpPr/>
          <p:nvPr/>
        </p:nvSpPr>
        <p:spPr>
          <a:xfrm>
            <a:off x="5873258" y="4997251"/>
            <a:ext cx="851094" cy="3735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noProof="0" dirty="0" err="1">
                <a:solidFill>
                  <a:sysClr val="windowText" lastClr="000000"/>
                </a:solidFill>
              </a:rPr>
              <a:t>main</a:t>
            </a:r>
            <a:endParaRPr lang="nl-NL" noProof="0" dirty="0">
              <a:solidFill>
                <a:sysClr val="windowText" lastClr="00000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0C7C678-E212-09A7-61D8-197CA8E972DA}"/>
              </a:ext>
            </a:extLst>
          </p:cNvPr>
          <p:cNvCxnSpPr>
            <a:cxnSpLocks/>
            <a:stCxn id="17" idx="2"/>
            <a:endCxn id="16" idx="0"/>
          </p:cNvCxnSpPr>
          <p:nvPr/>
        </p:nvCxnSpPr>
        <p:spPr>
          <a:xfrm>
            <a:off x="6298805" y="5370848"/>
            <a:ext cx="1097" cy="673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A7668B-0E65-3315-14A3-3C40F34A4499}"/>
              </a:ext>
            </a:extLst>
          </p:cNvPr>
          <p:cNvCxnSpPr>
            <a:cxnSpLocks/>
            <a:stCxn id="6" idx="6"/>
            <a:endCxn id="17" idx="1"/>
          </p:cNvCxnSpPr>
          <p:nvPr/>
        </p:nvCxnSpPr>
        <p:spPr>
          <a:xfrm flipV="1">
            <a:off x="3642245" y="5184050"/>
            <a:ext cx="2231013" cy="4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3981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EE198-0344-6BBC-0F64-525058144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60036557-7C7E-6B63-9350-44482E7398F9}"/>
              </a:ext>
            </a:extLst>
          </p:cNvPr>
          <p:cNvCxnSpPr>
            <a:cxnSpLocks/>
            <a:stCxn id="16" idx="6"/>
          </p:cNvCxnSpPr>
          <p:nvPr/>
        </p:nvCxnSpPr>
        <p:spPr>
          <a:xfrm flipV="1">
            <a:off x="6461482" y="5188645"/>
            <a:ext cx="1620407" cy="1016813"/>
          </a:xfrm>
          <a:prstGeom prst="bentConnector3">
            <a:avLst>
              <a:gd name="adj1" fmla="val 2265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8BFEEA4-0A35-8609-FABB-BBBC204B9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Merge</a:t>
            </a:r>
            <a:r>
              <a:rPr lang="nl-NL" sz="3600" noProof="0" dirty="0"/>
              <a:t>: </a:t>
            </a:r>
            <a:r>
              <a:rPr lang="nl-NL" sz="3600" noProof="0" dirty="0" err="1"/>
              <a:t>Fast</a:t>
            </a:r>
            <a:r>
              <a:rPr lang="nl-NL" sz="3600" noProof="0" dirty="0"/>
              <a:t> forward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DB405C4-0FFB-5AFA-A6BE-45CD44379B9A}"/>
              </a:ext>
            </a:extLst>
          </p:cNvPr>
          <p:cNvGrpSpPr/>
          <p:nvPr/>
        </p:nvGrpSpPr>
        <p:grpSpPr>
          <a:xfrm>
            <a:off x="2553286" y="1636850"/>
            <a:ext cx="7054949" cy="1372213"/>
            <a:chOff x="991772" y="1847866"/>
            <a:chExt cx="7054949" cy="137221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031E29F-D335-8786-FFC9-52AFB38ED8DF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991772" y="2018713"/>
              <a:ext cx="5056856" cy="138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96660AF-73DC-F2E6-36F0-0828936390B5}"/>
                </a:ext>
              </a:extLst>
            </p:cNvPr>
            <p:cNvSpPr txBox="1"/>
            <p:nvPr/>
          </p:nvSpPr>
          <p:spPr>
            <a:xfrm>
              <a:off x="6048628" y="1847866"/>
              <a:ext cx="983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main</a:t>
              </a:r>
              <a:endParaRPr lang="nl-NL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54E5C3B-AC1C-82B2-97D0-4E187D328965}"/>
                </a:ext>
              </a:extLst>
            </p:cNvPr>
            <p:cNvSpPr/>
            <p:nvPr/>
          </p:nvSpPr>
          <p:spPr>
            <a:xfrm>
              <a:off x="1757571" y="1858532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A</a:t>
              </a:r>
            </a:p>
          </p:txBody>
        </p: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907932AE-CC5E-0D7A-7119-57560C744149}"/>
                </a:ext>
              </a:extLst>
            </p:cNvPr>
            <p:cNvCxnSpPr>
              <a:cxnSpLocks/>
              <a:stCxn id="19" idx="4"/>
              <a:endCxn id="27" idx="1"/>
            </p:cNvCxnSpPr>
            <p:nvPr/>
          </p:nvCxnSpPr>
          <p:spPr>
            <a:xfrm rot="16200000" flipH="1">
              <a:off x="3554603" y="545287"/>
              <a:ext cx="854674" cy="412557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6BD4F98-D0B7-929F-4822-488A7FB6AF96}"/>
                </a:ext>
              </a:extLst>
            </p:cNvPr>
            <p:cNvSpPr/>
            <p:nvPr/>
          </p:nvSpPr>
          <p:spPr>
            <a:xfrm>
              <a:off x="3583202" y="2862702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D8CCECD-6043-2A48-46D8-123B090A1577}"/>
                </a:ext>
              </a:extLst>
            </p:cNvPr>
            <p:cNvSpPr txBox="1"/>
            <p:nvPr/>
          </p:nvSpPr>
          <p:spPr>
            <a:xfrm>
              <a:off x="6044729" y="2850747"/>
              <a:ext cx="20019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develop</a:t>
              </a:r>
              <a:endParaRPr lang="nl-NL" noProof="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D967D8E-EEEB-7B9C-9DD3-19B0418A98D3}"/>
                </a:ext>
              </a:extLst>
            </p:cNvPr>
            <p:cNvSpPr/>
            <p:nvPr/>
          </p:nvSpPr>
          <p:spPr>
            <a:xfrm>
              <a:off x="2589596" y="2875346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8EBAA1C-64D3-CF97-7B54-EB4827993F07}"/>
                </a:ext>
              </a:extLst>
            </p:cNvPr>
            <p:cNvSpPr/>
            <p:nvPr/>
          </p:nvSpPr>
          <p:spPr>
            <a:xfrm>
              <a:off x="4576808" y="2875345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3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0A9CA833-9853-FDE8-8ABD-17B29ED944B9}"/>
              </a:ext>
            </a:extLst>
          </p:cNvPr>
          <p:cNvSpPr/>
          <p:nvPr/>
        </p:nvSpPr>
        <p:spPr>
          <a:xfrm>
            <a:off x="2166425" y="3480331"/>
            <a:ext cx="7441810" cy="8806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0" tIns="72000" rIns="360000" bIns="72000" rtlCol="0" anchor="ctr"/>
          <a:lstStyle/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checkout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develop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F4A4D7F-DA49-ECDA-188A-19E1F62A1D0E}"/>
              </a:ext>
            </a:extLst>
          </p:cNvPr>
          <p:cNvGrpSpPr/>
          <p:nvPr/>
        </p:nvGrpSpPr>
        <p:grpSpPr>
          <a:xfrm>
            <a:off x="3319085" y="5016875"/>
            <a:ext cx="6289150" cy="1372213"/>
            <a:chOff x="1757571" y="1847866"/>
            <a:chExt cx="6289150" cy="137221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B6E148-FDA1-DC87-B00F-6379EFB2DF9A}"/>
                </a:ext>
              </a:extLst>
            </p:cNvPr>
            <p:cNvSpPr txBox="1"/>
            <p:nvPr/>
          </p:nvSpPr>
          <p:spPr>
            <a:xfrm>
              <a:off x="6892689" y="1847866"/>
              <a:ext cx="983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main</a:t>
              </a:r>
              <a:endParaRPr lang="nl-NL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CD2DEE9-E3CE-BDC7-59AF-C31210AE8854}"/>
                </a:ext>
              </a:extLst>
            </p:cNvPr>
            <p:cNvSpPr/>
            <p:nvPr/>
          </p:nvSpPr>
          <p:spPr>
            <a:xfrm>
              <a:off x="1757571" y="1858532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A</a:t>
              </a:r>
            </a:p>
          </p:txBody>
        </p: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663D5969-6416-0AEC-2936-FA6B9FAA2A3F}"/>
                </a:ext>
              </a:extLst>
            </p:cNvPr>
            <p:cNvCxnSpPr>
              <a:cxnSpLocks/>
              <a:stCxn id="6" idx="4"/>
              <a:endCxn id="10" idx="1"/>
            </p:cNvCxnSpPr>
            <p:nvPr/>
          </p:nvCxnSpPr>
          <p:spPr>
            <a:xfrm rot="16200000" flipH="1">
              <a:off x="3792426" y="307464"/>
              <a:ext cx="854674" cy="4601224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69A416C-6A85-88BD-B370-3E27BBF2111D}"/>
                </a:ext>
              </a:extLst>
            </p:cNvPr>
            <p:cNvSpPr/>
            <p:nvPr/>
          </p:nvSpPr>
          <p:spPr>
            <a:xfrm>
              <a:off x="3583202" y="2862702"/>
              <a:ext cx="323160" cy="322207"/>
            </a:xfrm>
            <a:prstGeom prst="ellipse">
              <a:avLst/>
            </a:prstGeom>
            <a:gradFill>
              <a:gsLst>
                <a:gs pos="60000">
                  <a:schemeClr val="accent5">
                    <a:lumMod val="40000"/>
                    <a:lumOff val="60000"/>
                  </a:schemeClr>
                </a:gs>
                <a:gs pos="40000">
                  <a:schemeClr val="accent6">
                    <a:lumMod val="40000"/>
                    <a:lumOff val="60000"/>
                  </a:schemeClr>
                </a:gs>
              </a:gsLst>
              <a:lin ang="5400000" scaled="1"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EF9564-5441-2E1D-0685-45CED91DD1AD}"/>
                </a:ext>
              </a:extLst>
            </p:cNvPr>
            <p:cNvSpPr txBox="1"/>
            <p:nvPr/>
          </p:nvSpPr>
          <p:spPr>
            <a:xfrm>
              <a:off x="6520375" y="2850747"/>
              <a:ext cx="15263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develop</a:t>
              </a:r>
              <a:endParaRPr lang="nl-NL" noProof="0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4984D89-CD2F-4033-23FF-9E2704B39C54}"/>
                </a:ext>
              </a:extLst>
            </p:cNvPr>
            <p:cNvSpPr/>
            <p:nvPr/>
          </p:nvSpPr>
          <p:spPr>
            <a:xfrm>
              <a:off x="2589596" y="2875346"/>
              <a:ext cx="323160" cy="322207"/>
            </a:xfrm>
            <a:prstGeom prst="ellipse">
              <a:avLst/>
            </a:prstGeom>
            <a:gradFill>
              <a:gsLst>
                <a:gs pos="60000">
                  <a:schemeClr val="accent5">
                    <a:lumMod val="40000"/>
                    <a:lumOff val="60000"/>
                  </a:schemeClr>
                </a:gs>
                <a:gs pos="40000">
                  <a:schemeClr val="accent6">
                    <a:lumMod val="40000"/>
                    <a:lumOff val="60000"/>
                  </a:schemeClr>
                </a:gs>
              </a:gsLst>
              <a:lin ang="5400000" scaled="1"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1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ED7D549-F42C-13F1-364F-C8A0811401F7}"/>
                </a:ext>
              </a:extLst>
            </p:cNvPr>
            <p:cNvSpPr/>
            <p:nvPr/>
          </p:nvSpPr>
          <p:spPr>
            <a:xfrm>
              <a:off x="4576808" y="2875345"/>
              <a:ext cx="323160" cy="322207"/>
            </a:xfrm>
            <a:prstGeom prst="ellipse">
              <a:avLst/>
            </a:prstGeom>
            <a:gradFill>
              <a:gsLst>
                <a:gs pos="60000">
                  <a:schemeClr val="accent5">
                    <a:lumMod val="40000"/>
                    <a:lumOff val="60000"/>
                  </a:schemeClr>
                </a:gs>
                <a:gs pos="40000">
                  <a:schemeClr val="accent6">
                    <a:lumMod val="40000"/>
                    <a:lumOff val="60000"/>
                  </a:schemeClr>
                </a:gs>
              </a:gsLst>
              <a:lin ang="5400000" scaled="1"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3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75A1D6D-2921-1F22-301A-F984EDCAF9EB}"/>
              </a:ext>
            </a:extLst>
          </p:cNvPr>
          <p:cNvSpPr/>
          <p:nvPr/>
        </p:nvSpPr>
        <p:spPr>
          <a:xfrm>
            <a:off x="2448371" y="1204434"/>
            <a:ext cx="2064587" cy="3735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noProof="0" dirty="0">
                <a:solidFill>
                  <a:sysClr val="windowText" lastClr="000000"/>
                </a:solidFill>
              </a:rPr>
              <a:t>refs/</a:t>
            </a:r>
            <a:r>
              <a:rPr lang="nl-NL" noProof="0" dirty="0" err="1">
                <a:solidFill>
                  <a:sysClr val="windowText" lastClr="000000"/>
                </a:solidFill>
              </a:rPr>
              <a:t>heads</a:t>
            </a:r>
            <a:r>
              <a:rPr lang="nl-NL" noProof="0" dirty="0">
                <a:solidFill>
                  <a:sysClr val="windowText" lastClr="000000"/>
                </a:solidFill>
              </a:rPr>
              <a:t>/</a:t>
            </a:r>
            <a:r>
              <a:rPr lang="nl-NL" noProof="0" dirty="0" err="1">
                <a:solidFill>
                  <a:sysClr val="windowText" lastClr="000000"/>
                </a:solidFill>
              </a:rPr>
              <a:t>develop</a:t>
            </a:r>
            <a:endParaRPr lang="nl-NL" noProof="0" dirty="0">
              <a:solidFill>
                <a:sysClr val="windowText" lastClr="000000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F0AD86A-ECAD-1FE5-82BE-9F77EBEC85E2}"/>
              </a:ext>
            </a:extLst>
          </p:cNvPr>
          <p:cNvSpPr/>
          <p:nvPr/>
        </p:nvSpPr>
        <p:spPr>
          <a:xfrm>
            <a:off x="7139318" y="5033527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B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46DF9B8-23B8-AC73-AF15-CAF94268A48D}"/>
              </a:ext>
            </a:extLst>
          </p:cNvPr>
          <p:cNvCxnSpPr>
            <a:cxnSpLocks/>
          </p:cNvCxnSpPr>
          <p:nvPr/>
        </p:nvCxnSpPr>
        <p:spPr>
          <a:xfrm>
            <a:off x="2553286" y="5188645"/>
            <a:ext cx="7657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ADAA72C-DF6A-C16D-1882-D783CF6ED874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merge ff</a:t>
            </a:r>
          </a:p>
        </p:txBody>
      </p:sp>
    </p:spTree>
    <p:extLst>
      <p:ext uri="{BB962C8B-B14F-4D97-AF65-F5344CB8AC3E}">
        <p14:creationId xmlns:p14="http://schemas.microsoft.com/office/powerpoint/2010/main" val="6804296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76898-CE43-7048-9906-6B0DB8C02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6DAD1-826F-6ACE-8526-302C705B7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Merge</a:t>
            </a:r>
            <a:r>
              <a:rPr lang="nl-NL" sz="3600" noProof="0" dirty="0"/>
              <a:t>: Geen </a:t>
            </a:r>
            <a:r>
              <a:rPr lang="nl-NL" sz="3600" noProof="0" dirty="0" err="1"/>
              <a:t>Fast</a:t>
            </a:r>
            <a:r>
              <a:rPr lang="nl-NL" sz="3600" noProof="0" dirty="0"/>
              <a:t> Forward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2423E2-107F-5300-204C-212D8F3F1B15}"/>
              </a:ext>
            </a:extLst>
          </p:cNvPr>
          <p:cNvGrpSpPr/>
          <p:nvPr/>
        </p:nvGrpSpPr>
        <p:grpSpPr>
          <a:xfrm>
            <a:off x="2553286" y="1636850"/>
            <a:ext cx="7054949" cy="1372213"/>
            <a:chOff x="991772" y="1847866"/>
            <a:chExt cx="7054949" cy="137221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4DF0F71-4D7C-DD01-9DEA-D74D95830E35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991772" y="2018713"/>
              <a:ext cx="5056856" cy="138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AA2BD8B-1981-1C70-E4BC-8E0B550CC492}"/>
                </a:ext>
              </a:extLst>
            </p:cNvPr>
            <p:cNvSpPr txBox="1"/>
            <p:nvPr/>
          </p:nvSpPr>
          <p:spPr>
            <a:xfrm>
              <a:off x="6048628" y="1847866"/>
              <a:ext cx="983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main</a:t>
              </a:r>
              <a:endParaRPr lang="nl-NL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BDD2B2C-3A8B-FE93-1237-7DF4BF02D7B3}"/>
                </a:ext>
              </a:extLst>
            </p:cNvPr>
            <p:cNvSpPr/>
            <p:nvPr/>
          </p:nvSpPr>
          <p:spPr>
            <a:xfrm>
              <a:off x="1757571" y="1858532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A</a:t>
              </a:r>
            </a:p>
          </p:txBody>
        </p: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B5F525AC-5107-45FC-0C39-46774760798C}"/>
                </a:ext>
              </a:extLst>
            </p:cNvPr>
            <p:cNvCxnSpPr>
              <a:cxnSpLocks/>
              <a:stCxn id="19" idx="4"/>
              <a:endCxn id="27" idx="1"/>
            </p:cNvCxnSpPr>
            <p:nvPr/>
          </p:nvCxnSpPr>
          <p:spPr>
            <a:xfrm rot="16200000" flipH="1">
              <a:off x="3554603" y="545287"/>
              <a:ext cx="854674" cy="412557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5759969-F930-5B1C-F664-70C866635FEB}"/>
                </a:ext>
              </a:extLst>
            </p:cNvPr>
            <p:cNvSpPr/>
            <p:nvPr/>
          </p:nvSpPr>
          <p:spPr>
            <a:xfrm>
              <a:off x="3583202" y="2862702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CC9A6A5-B826-7383-4456-CDFEB22D2FB8}"/>
                </a:ext>
              </a:extLst>
            </p:cNvPr>
            <p:cNvSpPr txBox="1"/>
            <p:nvPr/>
          </p:nvSpPr>
          <p:spPr>
            <a:xfrm>
              <a:off x="6044729" y="2850747"/>
              <a:ext cx="20019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develop</a:t>
              </a:r>
              <a:endParaRPr lang="nl-NL" noProof="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D7FFCA6-38F1-8824-31E3-0360799C1519}"/>
                </a:ext>
              </a:extLst>
            </p:cNvPr>
            <p:cNvSpPr/>
            <p:nvPr/>
          </p:nvSpPr>
          <p:spPr>
            <a:xfrm>
              <a:off x="2589596" y="2875346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FACEEF7-5868-FF0C-D578-E7621E83FD0C}"/>
                </a:ext>
              </a:extLst>
            </p:cNvPr>
            <p:cNvSpPr/>
            <p:nvPr/>
          </p:nvSpPr>
          <p:spPr>
            <a:xfrm>
              <a:off x="4576808" y="2875345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3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67F0FAB6-5F60-3000-45BC-566B1E765E45}"/>
              </a:ext>
            </a:extLst>
          </p:cNvPr>
          <p:cNvSpPr/>
          <p:nvPr/>
        </p:nvSpPr>
        <p:spPr>
          <a:xfrm>
            <a:off x="2166425" y="3480331"/>
            <a:ext cx="7441810" cy="8806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0" tIns="72000" rIns="360000" bIns="72000" rtlCol="0" anchor="ctr"/>
          <a:lstStyle/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checkout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develop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0DDA3C5-3538-CE2A-9CFF-C8C25B0A8E76}"/>
              </a:ext>
            </a:extLst>
          </p:cNvPr>
          <p:cNvSpPr/>
          <p:nvPr/>
        </p:nvSpPr>
        <p:spPr>
          <a:xfrm>
            <a:off x="5659011" y="1652136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B</a:t>
            </a:r>
          </a:p>
        </p:txBody>
      </p:sp>
      <p:sp>
        <p:nvSpPr>
          <p:cNvPr id="4" name="Explosion: 14 Points 3">
            <a:extLst>
              <a:ext uri="{FF2B5EF4-FFF2-40B4-BE49-F238E27FC236}">
                <a16:creationId xmlns:a16="http://schemas.microsoft.com/office/drawing/2014/main" id="{7D851619-2539-39BD-96E1-6D03420F2764}"/>
              </a:ext>
            </a:extLst>
          </p:cNvPr>
          <p:cNvSpPr/>
          <p:nvPr/>
        </p:nvSpPr>
        <p:spPr>
          <a:xfrm>
            <a:off x="5474909" y="1413453"/>
            <a:ext cx="778179" cy="774542"/>
          </a:xfrm>
          <a:prstGeom prst="irregularSeal2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2436211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E1B02-BEFF-BD0F-8466-15ADED7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1B54F-002E-1A59-A64D-ABEDC8353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Merge</a:t>
            </a:r>
            <a:r>
              <a:rPr lang="nl-NL" sz="3600" noProof="0" dirty="0"/>
              <a:t>: Geen </a:t>
            </a:r>
            <a:r>
              <a:rPr lang="nl-NL" sz="3600" noProof="0" dirty="0" err="1"/>
              <a:t>Fast</a:t>
            </a:r>
            <a:r>
              <a:rPr lang="nl-NL" sz="3600" noProof="0" dirty="0"/>
              <a:t> Forward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43A205-8A0D-15A2-DEAB-A68841B66173}"/>
              </a:ext>
            </a:extLst>
          </p:cNvPr>
          <p:cNvGrpSpPr/>
          <p:nvPr/>
        </p:nvGrpSpPr>
        <p:grpSpPr>
          <a:xfrm>
            <a:off x="2553286" y="1636850"/>
            <a:ext cx="7054949" cy="1372213"/>
            <a:chOff x="991772" y="1847866"/>
            <a:chExt cx="7054949" cy="137221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D1E1D08-674E-AB51-6A1F-ECC8AB3516D5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991772" y="2018713"/>
              <a:ext cx="5056856" cy="138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F568F84-D473-1E36-1B84-6BE1078C4906}"/>
                </a:ext>
              </a:extLst>
            </p:cNvPr>
            <p:cNvSpPr txBox="1"/>
            <p:nvPr/>
          </p:nvSpPr>
          <p:spPr>
            <a:xfrm>
              <a:off x="6048628" y="1847866"/>
              <a:ext cx="983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main</a:t>
              </a:r>
              <a:endParaRPr lang="nl-NL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6A8ABE6-6976-2B92-EB11-6F7FA7888A3A}"/>
                </a:ext>
              </a:extLst>
            </p:cNvPr>
            <p:cNvSpPr/>
            <p:nvPr/>
          </p:nvSpPr>
          <p:spPr>
            <a:xfrm>
              <a:off x="1757571" y="1858532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A</a:t>
              </a:r>
            </a:p>
          </p:txBody>
        </p: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389F1C3E-DFDA-B326-5171-A0BEE7865F04}"/>
                </a:ext>
              </a:extLst>
            </p:cNvPr>
            <p:cNvCxnSpPr>
              <a:cxnSpLocks/>
              <a:stCxn id="19" idx="4"/>
              <a:endCxn id="27" idx="1"/>
            </p:cNvCxnSpPr>
            <p:nvPr/>
          </p:nvCxnSpPr>
          <p:spPr>
            <a:xfrm rot="16200000" flipH="1">
              <a:off x="3554603" y="545287"/>
              <a:ext cx="854674" cy="412557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6770C10-B21E-82FB-C490-DAC459289522}"/>
                </a:ext>
              </a:extLst>
            </p:cNvPr>
            <p:cNvSpPr/>
            <p:nvPr/>
          </p:nvSpPr>
          <p:spPr>
            <a:xfrm>
              <a:off x="3583202" y="2862702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DF859CC-1891-1D1A-1541-B0FEA8C34827}"/>
                </a:ext>
              </a:extLst>
            </p:cNvPr>
            <p:cNvSpPr txBox="1"/>
            <p:nvPr/>
          </p:nvSpPr>
          <p:spPr>
            <a:xfrm>
              <a:off x="6044729" y="2850747"/>
              <a:ext cx="20019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develop</a:t>
              </a:r>
              <a:endParaRPr lang="nl-NL" noProof="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4067F20-92ED-058B-05C5-01FF65DEF678}"/>
                </a:ext>
              </a:extLst>
            </p:cNvPr>
            <p:cNvSpPr/>
            <p:nvPr/>
          </p:nvSpPr>
          <p:spPr>
            <a:xfrm>
              <a:off x="2589596" y="2875346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8E7E6ED-5C98-588A-3295-5E2F12D10156}"/>
                </a:ext>
              </a:extLst>
            </p:cNvPr>
            <p:cNvSpPr/>
            <p:nvPr/>
          </p:nvSpPr>
          <p:spPr>
            <a:xfrm>
              <a:off x="4576808" y="2875345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3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4A18EFA5-C064-2F28-71B8-599750067713}"/>
              </a:ext>
            </a:extLst>
          </p:cNvPr>
          <p:cNvSpPr/>
          <p:nvPr/>
        </p:nvSpPr>
        <p:spPr>
          <a:xfrm>
            <a:off x="2166425" y="3480331"/>
            <a:ext cx="7441810" cy="8806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0" tIns="72000" rIns="360000" bIns="72000" rtlCol="0" anchor="ctr"/>
          <a:lstStyle/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checkout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develop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410ABF0-1596-A80B-5338-976DEAF0FB18}"/>
              </a:ext>
            </a:extLst>
          </p:cNvPr>
          <p:cNvSpPr/>
          <p:nvPr/>
        </p:nvSpPr>
        <p:spPr>
          <a:xfrm>
            <a:off x="5659011" y="1652136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B</a:t>
            </a:r>
          </a:p>
        </p:txBody>
      </p:sp>
      <p:sp>
        <p:nvSpPr>
          <p:cNvPr id="4" name="Explosion: 14 Points 3">
            <a:extLst>
              <a:ext uri="{FF2B5EF4-FFF2-40B4-BE49-F238E27FC236}">
                <a16:creationId xmlns:a16="http://schemas.microsoft.com/office/drawing/2014/main" id="{076DF56F-4218-F0DC-49B8-66BDD89304F7}"/>
              </a:ext>
            </a:extLst>
          </p:cNvPr>
          <p:cNvSpPr/>
          <p:nvPr/>
        </p:nvSpPr>
        <p:spPr>
          <a:xfrm>
            <a:off x="5474909" y="1413453"/>
            <a:ext cx="778179" cy="774542"/>
          </a:xfrm>
          <a:prstGeom prst="irregularSeal2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73674B0-99A0-DB55-D662-6BE59EEC3C4E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553286" y="5188054"/>
            <a:ext cx="5056856" cy="138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0AFB819-9514-1CE1-484E-419443086F13}"/>
              </a:ext>
            </a:extLst>
          </p:cNvPr>
          <p:cNvSpPr txBox="1"/>
          <p:nvPr/>
        </p:nvSpPr>
        <p:spPr>
          <a:xfrm>
            <a:off x="7610142" y="5017207"/>
            <a:ext cx="983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noProof="0" dirty="0" err="1"/>
              <a:t>main</a:t>
            </a:r>
            <a:endParaRPr lang="nl-NL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641812-1E08-7B2F-D4EA-DF1E815C2463}"/>
              </a:ext>
            </a:extLst>
          </p:cNvPr>
          <p:cNvSpPr/>
          <p:nvPr/>
        </p:nvSpPr>
        <p:spPr>
          <a:xfrm>
            <a:off x="3319085" y="5034388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A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FA30DA82-7DB1-D7A9-6B67-4521ECB1E429}"/>
              </a:ext>
            </a:extLst>
          </p:cNvPr>
          <p:cNvCxnSpPr>
            <a:cxnSpLocks/>
            <a:stCxn id="9" idx="4"/>
            <a:endCxn id="16" idx="1"/>
          </p:cNvCxnSpPr>
          <p:nvPr/>
        </p:nvCxnSpPr>
        <p:spPr>
          <a:xfrm rot="16200000" flipH="1">
            <a:off x="5119375" y="3717885"/>
            <a:ext cx="848159" cy="412557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20D978FB-C978-4104-378B-5A0BF633C6C9}"/>
              </a:ext>
            </a:extLst>
          </p:cNvPr>
          <p:cNvSpPr/>
          <p:nvPr/>
        </p:nvSpPr>
        <p:spPr>
          <a:xfrm>
            <a:off x="5144716" y="6032043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E2D422-2622-5A7A-BBF2-4419F2DED219}"/>
              </a:ext>
            </a:extLst>
          </p:cNvPr>
          <p:cNvSpPr txBox="1"/>
          <p:nvPr/>
        </p:nvSpPr>
        <p:spPr>
          <a:xfrm>
            <a:off x="7606243" y="6020088"/>
            <a:ext cx="2001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noProof="0" dirty="0" err="1"/>
              <a:t>develop</a:t>
            </a:r>
            <a:endParaRPr lang="nl-NL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106808D-D8FE-8A5F-9B5F-B64BB92DC27D}"/>
              </a:ext>
            </a:extLst>
          </p:cNvPr>
          <p:cNvSpPr/>
          <p:nvPr/>
        </p:nvSpPr>
        <p:spPr>
          <a:xfrm>
            <a:off x="4151110" y="6044687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7356042-ABDD-146F-38E4-AF9C105E4B9D}"/>
              </a:ext>
            </a:extLst>
          </p:cNvPr>
          <p:cNvSpPr/>
          <p:nvPr/>
        </p:nvSpPr>
        <p:spPr>
          <a:xfrm>
            <a:off x="6138322" y="6044686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AB2546A-95E4-1F06-B4BD-449105090A57}"/>
              </a:ext>
            </a:extLst>
          </p:cNvPr>
          <p:cNvSpPr/>
          <p:nvPr/>
        </p:nvSpPr>
        <p:spPr>
          <a:xfrm>
            <a:off x="5659011" y="5034388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B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2C3DD38-4FE0-6343-F8A7-F7964F330A55}"/>
              </a:ext>
            </a:extLst>
          </p:cNvPr>
          <p:cNvSpPr/>
          <p:nvPr/>
        </p:nvSpPr>
        <p:spPr>
          <a:xfrm>
            <a:off x="6986064" y="5034388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M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82E1FE5-F00E-49AE-A019-759A9F95B06D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6461482" y="5195492"/>
            <a:ext cx="524582" cy="101029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ACD8656-07C7-E0C7-9D8A-D728F115C9DC}"/>
              </a:ext>
            </a:extLst>
          </p:cNvPr>
          <p:cNvSpPr/>
          <p:nvPr/>
        </p:nvSpPr>
        <p:spPr>
          <a:xfrm>
            <a:off x="8962988" y="4686757"/>
            <a:ext cx="2188498" cy="10302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noProof="0" dirty="0" err="1">
                <a:solidFill>
                  <a:sysClr val="windowText" lastClr="000000"/>
                </a:solidFill>
              </a:rPr>
              <a:t>merge</a:t>
            </a:r>
            <a:r>
              <a:rPr lang="nl-NL" b="1" noProof="0" dirty="0">
                <a:solidFill>
                  <a:sysClr val="windowText" lastClr="000000"/>
                </a:solidFill>
              </a:rPr>
              <a:t> </a:t>
            </a:r>
            <a:r>
              <a:rPr lang="nl-NL" b="1" noProof="0" dirty="0" err="1">
                <a:solidFill>
                  <a:sysClr val="windowText" lastClr="000000"/>
                </a:solidFill>
              </a:rPr>
              <a:t>commit</a:t>
            </a:r>
            <a:endParaRPr lang="nl-NL" b="1" noProof="0" dirty="0">
              <a:solidFill>
                <a:sysClr val="windowText" lastClr="000000"/>
              </a:solidFill>
            </a:endParaRPr>
          </a:p>
          <a:p>
            <a:pPr algn="ctr"/>
            <a:r>
              <a:rPr lang="nl-NL" noProof="0" dirty="0" err="1">
                <a:solidFill>
                  <a:sysClr val="windowText" lastClr="000000"/>
                </a:solidFill>
              </a:rPr>
              <a:t>parent</a:t>
            </a:r>
            <a:r>
              <a:rPr lang="nl-NL" noProof="0" dirty="0">
                <a:solidFill>
                  <a:sysClr val="windowText" lastClr="000000"/>
                </a:solidFill>
              </a:rPr>
              <a:t>: </a:t>
            </a:r>
            <a:r>
              <a:rPr lang="nl-NL" noProof="0" dirty="0" err="1">
                <a:solidFill>
                  <a:sysClr val="windowText" lastClr="000000"/>
                </a:solidFill>
              </a:rPr>
              <a:t>hash</a:t>
            </a:r>
            <a:r>
              <a:rPr lang="nl-NL" noProof="0" dirty="0">
                <a:solidFill>
                  <a:sysClr val="windowText" lastClr="000000"/>
                </a:solidFill>
              </a:rPr>
              <a:t> B</a:t>
            </a:r>
          </a:p>
          <a:p>
            <a:pPr algn="ctr"/>
            <a:r>
              <a:rPr lang="nl-NL" noProof="0" dirty="0" err="1">
                <a:solidFill>
                  <a:sysClr val="windowText" lastClr="000000"/>
                </a:solidFill>
              </a:rPr>
              <a:t>parent</a:t>
            </a:r>
            <a:r>
              <a:rPr lang="nl-NL" noProof="0" dirty="0">
                <a:solidFill>
                  <a:sysClr val="windowText" lastClr="000000"/>
                </a:solidFill>
              </a:rPr>
              <a:t>: </a:t>
            </a:r>
            <a:r>
              <a:rPr lang="nl-NL" noProof="0" dirty="0" err="1">
                <a:solidFill>
                  <a:sysClr val="windowText" lastClr="000000"/>
                </a:solidFill>
              </a:rPr>
              <a:t>hash</a:t>
            </a:r>
            <a:r>
              <a:rPr lang="nl-NL" noProof="0" dirty="0">
                <a:solidFill>
                  <a:sysClr val="windowText" lastClr="000000"/>
                </a:solidFill>
              </a:rPr>
              <a:t> 3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969975-10C0-DBDA-9478-7DE16E37E123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>
            <a:off x="5982171" y="5195492"/>
            <a:ext cx="100389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AAE406D-8C36-C04B-BAEB-F119DE440788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merge no ff</a:t>
            </a:r>
          </a:p>
        </p:txBody>
      </p:sp>
    </p:spTree>
    <p:extLst>
      <p:ext uri="{BB962C8B-B14F-4D97-AF65-F5344CB8AC3E}">
        <p14:creationId xmlns:p14="http://schemas.microsoft.com/office/powerpoint/2010/main" val="38149808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F17F7-2EB2-7B9D-F10F-96DB9094E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A4570-8C6A-12D1-4B8C-9B1A596B6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Merge</a:t>
            </a:r>
            <a:r>
              <a:rPr lang="nl-NL" sz="3600" noProof="0" dirty="0"/>
              <a:t>: </a:t>
            </a:r>
            <a:r>
              <a:rPr lang="nl-NL" sz="3600" noProof="0" dirty="0" err="1"/>
              <a:t>Rebase</a:t>
            </a:r>
            <a:endParaRPr lang="nl-NL" sz="3600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DF99196-99FD-6D5F-8FB2-735F7938B628}"/>
              </a:ext>
            </a:extLst>
          </p:cNvPr>
          <p:cNvGrpSpPr/>
          <p:nvPr/>
        </p:nvGrpSpPr>
        <p:grpSpPr>
          <a:xfrm>
            <a:off x="2553286" y="1636850"/>
            <a:ext cx="7054949" cy="1372213"/>
            <a:chOff x="991772" y="1847866"/>
            <a:chExt cx="7054949" cy="137221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DF94744-D7D8-EEDC-C942-A64EC7B43998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991772" y="2018713"/>
              <a:ext cx="5056856" cy="138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6D02283-7CCE-16C1-DD84-785CCAF0ACCA}"/>
                </a:ext>
              </a:extLst>
            </p:cNvPr>
            <p:cNvSpPr txBox="1"/>
            <p:nvPr/>
          </p:nvSpPr>
          <p:spPr>
            <a:xfrm>
              <a:off x="6048628" y="1847866"/>
              <a:ext cx="983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main</a:t>
              </a:r>
              <a:endParaRPr lang="nl-NL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604D50E-7C8B-8818-1334-E8DE3EE9440A}"/>
                </a:ext>
              </a:extLst>
            </p:cNvPr>
            <p:cNvSpPr/>
            <p:nvPr/>
          </p:nvSpPr>
          <p:spPr>
            <a:xfrm>
              <a:off x="1757571" y="1858532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A</a:t>
              </a:r>
            </a:p>
          </p:txBody>
        </p: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12AD182D-863D-52BB-9AA7-62C2B0A3C9E6}"/>
                </a:ext>
              </a:extLst>
            </p:cNvPr>
            <p:cNvCxnSpPr>
              <a:cxnSpLocks/>
              <a:stCxn id="19" idx="4"/>
              <a:endCxn id="27" idx="1"/>
            </p:cNvCxnSpPr>
            <p:nvPr/>
          </p:nvCxnSpPr>
          <p:spPr>
            <a:xfrm rot="16200000" flipH="1">
              <a:off x="3554603" y="545287"/>
              <a:ext cx="854674" cy="412557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32FDB5F-2299-0617-439D-B4FE241B5313}"/>
                </a:ext>
              </a:extLst>
            </p:cNvPr>
            <p:cNvSpPr/>
            <p:nvPr/>
          </p:nvSpPr>
          <p:spPr>
            <a:xfrm>
              <a:off x="3583202" y="2862702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CF7E92C-8051-BD61-003F-4868A6E0734C}"/>
                </a:ext>
              </a:extLst>
            </p:cNvPr>
            <p:cNvSpPr txBox="1"/>
            <p:nvPr/>
          </p:nvSpPr>
          <p:spPr>
            <a:xfrm>
              <a:off x="6044729" y="2850747"/>
              <a:ext cx="20019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develop</a:t>
              </a:r>
              <a:endParaRPr lang="nl-NL" noProof="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80B150A-57E0-335B-50C4-BF638895DA88}"/>
                </a:ext>
              </a:extLst>
            </p:cNvPr>
            <p:cNvSpPr/>
            <p:nvPr/>
          </p:nvSpPr>
          <p:spPr>
            <a:xfrm>
              <a:off x="2589596" y="2875346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E149A54-F48F-647B-26CD-0296AC94AB7F}"/>
                </a:ext>
              </a:extLst>
            </p:cNvPr>
            <p:cNvSpPr/>
            <p:nvPr/>
          </p:nvSpPr>
          <p:spPr>
            <a:xfrm>
              <a:off x="4576808" y="2875345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3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65DE43C9-63B8-FA24-40B4-978FB43C454B}"/>
              </a:ext>
            </a:extLst>
          </p:cNvPr>
          <p:cNvSpPr/>
          <p:nvPr/>
        </p:nvSpPr>
        <p:spPr>
          <a:xfrm>
            <a:off x="2166425" y="3300731"/>
            <a:ext cx="7441810" cy="10602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0" tIns="72000" rIns="360000" bIns="72000" rtlCol="0" anchor="ctr"/>
          <a:lstStyle/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rebase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develop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checkout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develop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1E7AD85-3103-B616-9DF5-18C5978535CE}"/>
              </a:ext>
            </a:extLst>
          </p:cNvPr>
          <p:cNvSpPr/>
          <p:nvPr/>
        </p:nvSpPr>
        <p:spPr>
          <a:xfrm>
            <a:off x="5659011" y="1652136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B</a:t>
            </a:r>
          </a:p>
        </p:txBody>
      </p:sp>
      <p:sp>
        <p:nvSpPr>
          <p:cNvPr id="4" name="Explosion: 14 Points 3">
            <a:extLst>
              <a:ext uri="{FF2B5EF4-FFF2-40B4-BE49-F238E27FC236}">
                <a16:creationId xmlns:a16="http://schemas.microsoft.com/office/drawing/2014/main" id="{F9AB28C6-9555-9B2E-A4D5-982BC2B7DFAD}"/>
              </a:ext>
            </a:extLst>
          </p:cNvPr>
          <p:cNvSpPr/>
          <p:nvPr/>
        </p:nvSpPr>
        <p:spPr>
          <a:xfrm>
            <a:off x="5474909" y="1413453"/>
            <a:ext cx="778179" cy="774542"/>
          </a:xfrm>
          <a:prstGeom prst="irregularSeal2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408102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537B6-C17D-D374-177D-43131F22A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EAD20-9F8D-9E7F-F429-02C580907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Merge</a:t>
            </a:r>
            <a:r>
              <a:rPr lang="nl-NL" sz="3600" noProof="0" dirty="0"/>
              <a:t>: </a:t>
            </a:r>
            <a:r>
              <a:rPr lang="nl-NL" sz="3600" noProof="0" dirty="0" err="1"/>
              <a:t>Rebase</a:t>
            </a:r>
            <a:endParaRPr lang="nl-NL" sz="3600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8CE047-1699-D039-5E3E-654E1E57C0B2}"/>
              </a:ext>
            </a:extLst>
          </p:cNvPr>
          <p:cNvGrpSpPr/>
          <p:nvPr/>
        </p:nvGrpSpPr>
        <p:grpSpPr>
          <a:xfrm>
            <a:off x="2553286" y="1636850"/>
            <a:ext cx="7054949" cy="1372213"/>
            <a:chOff x="991772" y="1847866"/>
            <a:chExt cx="7054949" cy="137221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482FC5A-93A7-0DBE-7405-0BD7D9224F83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991772" y="2018713"/>
              <a:ext cx="5056856" cy="138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BE38D65-72C1-3B52-8239-3FC76D25959E}"/>
                </a:ext>
              </a:extLst>
            </p:cNvPr>
            <p:cNvSpPr txBox="1"/>
            <p:nvPr/>
          </p:nvSpPr>
          <p:spPr>
            <a:xfrm>
              <a:off x="6048628" y="1847866"/>
              <a:ext cx="983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main</a:t>
              </a:r>
              <a:endParaRPr lang="nl-NL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188B7AA-49C1-D6A7-0159-9EE082C4B724}"/>
                </a:ext>
              </a:extLst>
            </p:cNvPr>
            <p:cNvSpPr/>
            <p:nvPr/>
          </p:nvSpPr>
          <p:spPr>
            <a:xfrm>
              <a:off x="1757571" y="1858532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A</a:t>
              </a:r>
            </a:p>
          </p:txBody>
        </p: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1100E9BA-54D0-862A-1A07-3E25E788FE7C}"/>
                </a:ext>
              </a:extLst>
            </p:cNvPr>
            <p:cNvCxnSpPr>
              <a:cxnSpLocks/>
              <a:stCxn id="19" idx="4"/>
              <a:endCxn id="27" idx="1"/>
            </p:cNvCxnSpPr>
            <p:nvPr/>
          </p:nvCxnSpPr>
          <p:spPr>
            <a:xfrm rot="16200000" flipH="1">
              <a:off x="3554603" y="545287"/>
              <a:ext cx="854674" cy="412557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0B5B7B3-790D-44C8-75C8-10DCD8A290C1}"/>
                </a:ext>
              </a:extLst>
            </p:cNvPr>
            <p:cNvSpPr/>
            <p:nvPr/>
          </p:nvSpPr>
          <p:spPr>
            <a:xfrm>
              <a:off x="3583202" y="2862702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1BE9312-8193-F89C-8134-9A1C528A9691}"/>
                </a:ext>
              </a:extLst>
            </p:cNvPr>
            <p:cNvSpPr txBox="1"/>
            <p:nvPr/>
          </p:nvSpPr>
          <p:spPr>
            <a:xfrm>
              <a:off x="6044729" y="2850747"/>
              <a:ext cx="20019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develop</a:t>
              </a:r>
              <a:endParaRPr lang="nl-NL" noProof="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5CBFE7-DF4F-E878-A62D-AE80C01FD980}"/>
                </a:ext>
              </a:extLst>
            </p:cNvPr>
            <p:cNvSpPr/>
            <p:nvPr/>
          </p:nvSpPr>
          <p:spPr>
            <a:xfrm>
              <a:off x="2589596" y="2875346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BF24C4-2376-FD39-FA7C-333558866DB0}"/>
                </a:ext>
              </a:extLst>
            </p:cNvPr>
            <p:cNvSpPr/>
            <p:nvPr/>
          </p:nvSpPr>
          <p:spPr>
            <a:xfrm>
              <a:off x="4576808" y="2875345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3</a:t>
              </a:r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EA51D2F5-0354-2FF0-1240-362FB1FA52A8}"/>
              </a:ext>
            </a:extLst>
          </p:cNvPr>
          <p:cNvSpPr/>
          <p:nvPr/>
        </p:nvSpPr>
        <p:spPr>
          <a:xfrm>
            <a:off x="5659011" y="1652136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B</a:t>
            </a:r>
          </a:p>
        </p:txBody>
      </p:sp>
      <p:sp>
        <p:nvSpPr>
          <p:cNvPr id="4" name="Explosion: 14 Points 3">
            <a:extLst>
              <a:ext uri="{FF2B5EF4-FFF2-40B4-BE49-F238E27FC236}">
                <a16:creationId xmlns:a16="http://schemas.microsoft.com/office/drawing/2014/main" id="{426232B6-2F9A-B0E9-AC5B-7CEC368377D2}"/>
              </a:ext>
            </a:extLst>
          </p:cNvPr>
          <p:cNvSpPr/>
          <p:nvPr/>
        </p:nvSpPr>
        <p:spPr>
          <a:xfrm>
            <a:off x="5474909" y="1413453"/>
            <a:ext cx="778179" cy="774542"/>
          </a:xfrm>
          <a:prstGeom prst="irregularSeal2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96C3861-8858-9638-4E54-17A7817E1F7F}"/>
              </a:ext>
            </a:extLst>
          </p:cNvPr>
          <p:cNvCxnSpPr>
            <a:cxnSpLocks/>
          </p:cNvCxnSpPr>
          <p:nvPr/>
        </p:nvCxnSpPr>
        <p:spPr>
          <a:xfrm>
            <a:off x="1406769" y="5202122"/>
            <a:ext cx="3267305" cy="89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41FC99A-606C-8557-9D4F-82AA9C33D936}"/>
              </a:ext>
            </a:extLst>
          </p:cNvPr>
          <p:cNvSpPr/>
          <p:nvPr/>
        </p:nvSpPr>
        <p:spPr>
          <a:xfrm>
            <a:off x="2172568" y="5034388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A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B077DD3-1EF4-FEE6-7ED7-ACCB724EAC81}"/>
              </a:ext>
            </a:extLst>
          </p:cNvPr>
          <p:cNvCxnSpPr>
            <a:cxnSpLocks/>
            <a:stCxn id="20" idx="4"/>
            <a:endCxn id="16" idx="1"/>
          </p:cNvCxnSpPr>
          <p:nvPr/>
        </p:nvCxnSpPr>
        <p:spPr>
          <a:xfrm rot="16200000" flipH="1">
            <a:off x="6277251" y="3753417"/>
            <a:ext cx="848159" cy="405451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C0FF438E-58C1-46DC-2C08-B702CB345153}"/>
              </a:ext>
            </a:extLst>
          </p:cNvPr>
          <p:cNvSpPr/>
          <p:nvPr/>
        </p:nvSpPr>
        <p:spPr>
          <a:xfrm>
            <a:off x="6459726" y="6032043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390C64-7982-5970-E743-180F6EB6F13E}"/>
              </a:ext>
            </a:extLst>
          </p:cNvPr>
          <p:cNvSpPr txBox="1"/>
          <p:nvPr/>
        </p:nvSpPr>
        <p:spPr>
          <a:xfrm>
            <a:off x="8728587" y="6020088"/>
            <a:ext cx="2001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noProof="0" dirty="0" err="1"/>
              <a:t>develop</a:t>
            </a:r>
            <a:endParaRPr lang="nl-NL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E681724-1C2B-4DAF-6291-4B180338E1CB}"/>
              </a:ext>
            </a:extLst>
          </p:cNvPr>
          <p:cNvSpPr/>
          <p:nvPr/>
        </p:nvSpPr>
        <p:spPr>
          <a:xfrm>
            <a:off x="5466120" y="6044687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9EADAF9-486A-5B3A-34C4-7F72CC94F17A}"/>
              </a:ext>
            </a:extLst>
          </p:cNvPr>
          <p:cNvSpPr/>
          <p:nvPr/>
        </p:nvSpPr>
        <p:spPr>
          <a:xfrm>
            <a:off x="7453332" y="6044686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42EE2B3-2BE7-366A-EC01-3474F0F8E64B}"/>
              </a:ext>
            </a:extLst>
          </p:cNvPr>
          <p:cNvSpPr/>
          <p:nvPr/>
        </p:nvSpPr>
        <p:spPr>
          <a:xfrm>
            <a:off x="4512494" y="5034388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0BF897-2FE0-501E-68E5-04974F075B17}"/>
              </a:ext>
            </a:extLst>
          </p:cNvPr>
          <p:cNvSpPr/>
          <p:nvPr/>
        </p:nvSpPr>
        <p:spPr>
          <a:xfrm>
            <a:off x="1828800" y="5773531"/>
            <a:ext cx="2510051" cy="8392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Herschrijf </a:t>
            </a:r>
            <a:r>
              <a:rPr lang="nl-NL" noProof="0" dirty="0" err="1"/>
              <a:t>commits</a:t>
            </a:r>
            <a:r>
              <a:rPr lang="nl-NL" noProof="0" dirty="0"/>
              <a:t> 1 – 3</a:t>
            </a:r>
          </a:p>
          <a:p>
            <a:pPr algn="ctr"/>
            <a:r>
              <a:rPr lang="nl-NL" dirty="0"/>
              <a:t>Maak commit B </a:t>
            </a:r>
            <a:r>
              <a:rPr lang="nl-NL" dirty="0" err="1"/>
              <a:t>parent</a:t>
            </a:r>
            <a:endParaRPr lang="nl-NL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0D5CA1-7F2F-034F-95FE-8D1CCCC0FE6D}"/>
              </a:ext>
            </a:extLst>
          </p:cNvPr>
          <p:cNvSpPr/>
          <p:nvPr/>
        </p:nvSpPr>
        <p:spPr>
          <a:xfrm>
            <a:off x="2166425" y="3300731"/>
            <a:ext cx="7441810" cy="10602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0" tIns="72000" rIns="360000" bIns="72000" rtlCol="0" anchor="ctr"/>
          <a:lstStyle/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rebase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develop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checkout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develop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9502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D4DD9-263B-D5A2-F503-E637A2CE8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C94D9-3FA7-B592-8399-AA46E6AE4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Merge</a:t>
            </a:r>
            <a:r>
              <a:rPr lang="nl-NL" sz="3600" noProof="0" dirty="0"/>
              <a:t>: </a:t>
            </a:r>
            <a:r>
              <a:rPr lang="nl-NL" sz="3600" noProof="0" dirty="0" err="1"/>
              <a:t>Rebase</a:t>
            </a:r>
            <a:endParaRPr lang="nl-NL" sz="3600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A814B0F-E772-5A4F-AF22-C7BCA45C0DA7}"/>
              </a:ext>
            </a:extLst>
          </p:cNvPr>
          <p:cNvGrpSpPr/>
          <p:nvPr/>
        </p:nvGrpSpPr>
        <p:grpSpPr>
          <a:xfrm>
            <a:off x="2553286" y="1636850"/>
            <a:ext cx="7054949" cy="1372213"/>
            <a:chOff x="991772" y="1847866"/>
            <a:chExt cx="7054949" cy="137221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BB51AF2-7C4F-101F-4835-655D74BF9615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991772" y="2018713"/>
              <a:ext cx="5056856" cy="138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43943D-6FC3-DFA1-8938-A5BB86D5AE76}"/>
                </a:ext>
              </a:extLst>
            </p:cNvPr>
            <p:cNvSpPr txBox="1"/>
            <p:nvPr/>
          </p:nvSpPr>
          <p:spPr>
            <a:xfrm>
              <a:off x="6048628" y="1847866"/>
              <a:ext cx="983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 err="1"/>
                <a:t>main</a:t>
              </a:r>
              <a:endParaRPr lang="nl-NL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2269068-2B1E-6A10-84BB-AE927DC5A1B5}"/>
                </a:ext>
              </a:extLst>
            </p:cNvPr>
            <p:cNvSpPr/>
            <p:nvPr/>
          </p:nvSpPr>
          <p:spPr>
            <a:xfrm>
              <a:off x="1757571" y="1858532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A</a:t>
              </a:r>
            </a:p>
          </p:txBody>
        </p: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CFFDBA0A-B433-7F4C-EBE1-1C1376026997}"/>
                </a:ext>
              </a:extLst>
            </p:cNvPr>
            <p:cNvCxnSpPr>
              <a:cxnSpLocks/>
              <a:stCxn id="19" idx="4"/>
              <a:endCxn id="27" idx="1"/>
            </p:cNvCxnSpPr>
            <p:nvPr/>
          </p:nvCxnSpPr>
          <p:spPr>
            <a:xfrm rot="16200000" flipH="1">
              <a:off x="3554603" y="545287"/>
              <a:ext cx="854674" cy="412557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B0E487D-DE9E-5E96-425E-2E1550760C56}"/>
                </a:ext>
              </a:extLst>
            </p:cNvPr>
            <p:cNvSpPr/>
            <p:nvPr/>
          </p:nvSpPr>
          <p:spPr>
            <a:xfrm>
              <a:off x="3583202" y="2862702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12834B9-AC77-8E36-EFB8-93C438F9C0C0}"/>
                </a:ext>
              </a:extLst>
            </p:cNvPr>
            <p:cNvSpPr txBox="1"/>
            <p:nvPr/>
          </p:nvSpPr>
          <p:spPr>
            <a:xfrm>
              <a:off x="6044729" y="2850747"/>
              <a:ext cx="20019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develop</a:t>
              </a:r>
              <a:endParaRPr lang="nl-NL" noProof="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9527CF2-FFB8-CB13-1E63-4BED72016182}"/>
                </a:ext>
              </a:extLst>
            </p:cNvPr>
            <p:cNvSpPr/>
            <p:nvPr/>
          </p:nvSpPr>
          <p:spPr>
            <a:xfrm>
              <a:off x="2589596" y="2875346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4EBEBB4-9BB2-A2BA-C121-DBE91F8F2E3E}"/>
                </a:ext>
              </a:extLst>
            </p:cNvPr>
            <p:cNvSpPr/>
            <p:nvPr/>
          </p:nvSpPr>
          <p:spPr>
            <a:xfrm>
              <a:off x="4576808" y="2875345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3</a:t>
              </a:r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3B1A94EF-EB58-821E-5FD0-DF92E03E2C37}"/>
              </a:ext>
            </a:extLst>
          </p:cNvPr>
          <p:cNvSpPr/>
          <p:nvPr/>
        </p:nvSpPr>
        <p:spPr>
          <a:xfrm>
            <a:off x="5659011" y="1652136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B</a:t>
            </a:r>
          </a:p>
        </p:txBody>
      </p:sp>
      <p:sp>
        <p:nvSpPr>
          <p:cNvPr id="4" name="Explosion: 14 Points 3">
            <a:extLst>
              <a:ext uri="{FF2B5EF4-FFF2-40B4-BE49-F238E27FC236}">
                <a16:creationId xmlns:a16="http://schemas.microsoft.com/office/drawing/2014/main" id="{4DBFF111-20A1-BCEF-4A90-A9816B6ADB5E}"/>
              </a:ext>
            </a:extLst>
          </p:cNvPr>
          <p:cNvSpPr/>
          <p:nvPr/>
        </p:nvSpPr>
        <p:spPr>
          <a:xfrm>
            <a:off x="5474909" y="1413453"/>
            <a:ext cx="778179" cy="774542"/>
          </a:xfrm>
          <a:prstGeom prst="irregularSeal2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E25D3D0-191E-5074-AEB7-7D71946D8725}"/>
              </a:ext>
            </a:extLst>
          </p:cNvPr>
          <p:cNvCxnSpPr>
            <a:cxnSpLocks/>
          </p:cNvCxnSpPr>
          <p:nvPr/>
        </p:nvCxnSpPr>
        <p:spPr>
          <a:xfrm>
            <a:off x="1406769" y="5188054"/>
            <a:ext cx="3267305" cy="89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770FFA3-4D2C-35DA-7BAB-A0E80A75F08B}"/>
              </a:ext>
            </a:extLst>
          </p:cNvPr>
          <p:cNvSpPr txBox="1"/>
          <p:nvPr/>
        </p:nvSpPr>
        <p:spPr>
          <a:xfrm>
            <a:off x="7114265" y="5017207"/>
            <a:ext cx="983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noProof="0" dirty="0" err="1"/>
              <a:t>main</a:t>
            </a:r>
            <a:endParaRPr lang="nl-NL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45537D6-52FC-0574-4817-97AC3807CBA3}"/>
              </a:ext>
            </a:extLst>
          </p:cNvPr>
          <p:cNvSpPr/>
          <p:nvPr/>
        </p:nvSpPr>
        <p:spPr>
          <a:xfrm>
            <a:off x="2172568" y="5034388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A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687F397A-F768-716C-5A9E-EC6A7EE2000D}"/>
              </a:ext>
            </a:extLst>
          </p:cNvPr>
          <p:cNvCxnSpPr>
            <a:cxnSpLocks/>
            <a:stCxn id="20" idx="4"/>
            <a:endCxn id="16" idx="1"/>
          </p:cNvCxnSpPr>
          <p:nvPr/>
        </p:nvCxnSpPr>
        <p:spPr>
          <a:xfrm rot="16200000" flipH="1">
            <a:off x="6277251" y="3753417"/>
            <a:ext cx="848159" cy="405451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6B994E1-632D-F954-F6BE-1D7DA2031213}"/>
              </a:ext>
            </a:extLst>
          </p:cNvPr>
          <p:cNvSpPr/>
          <p:nvPr/>
        </p:nvSpPr>
        <p:spPr>
          <a:xfrm>
            <a:off x="6459726" y="6032043"/>
            <a:ext cx="323160" cy="322207"/>
          </a:xfrm>
          <a:prstGeom prst="ellipse">
            <a:avLst/>
          </a:prstGeom>
          <a:gradFill>
            <a:gsLst>
              <a:gs pos="40000">
                <a:schemeClr val="accent6">
                  <a:lumMod val="40000"/>
                  <a:lumOff val="60000"/>
                </a:schemeClr>
              </a:gs>
              <a:gs pos="60000">
                <a:schemeClr val="accent5">
                  <a:lumMod val="40000"/>
                  <a:lumOff val="60000"/>
                </a:schemeClr>
              </a:gs>
            </a:gsLst>
            <a:lin ang="5400000"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5BAD7A-3760-549F-881E-FEDA53F43FE3}"/>
              </a:ext>
            </a:extLst>
          </p:cNvPr>
          <p:cNvSpPr txBox="1"/>
          <p:nvPr/>
        </p:nvSpPr>
        <p:spPr>
          <a:xfrm>
            <a:off x="8728587" y="6020088"/>
            <a:ext cx="2001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noProof="0" dirty="0" err="1"/>
              <a:t>develop</a:t>
            </a:r>
            <a:endParaRPr lang="nl-NL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398C81D-86CE-A91B-F9D8-11D03B35020A}"/>
              </a:ext>
            </a:extLst>
          </p:cNvPr>
          <p:cNvSpPr/>
          <p:nvPr/>
        </p:nvSpPr>
        <p:spPr>
          <a:xfrm>
            <a:off x="5466120" y="6044687"/>
            <a:ext cx="323160" cy="322207"/>
          </a:xfrm>
          <a:prstGeom prst="ellipse">
            <a:avLst/>
          </a:prstGeom>
          <a:gradFill>
            <a:gsLst>
              <a:gs pos="40000">
                <a:schemeClr val="accent6">
                  <a:lumMod val="40000"/>
                  <a:lumOff val="60000"/>
                </a:schemeClr>
              </a:gs>
              <a:gs pos="60000">
                <a:schemeClr val="accent5">
                  <a:lumMod val="40000"/>
                  <a:lumOff val="60000"/>
                </a:schemeClr>
              </a:gs>
            </a:gsLst>
            <a:lin ang="5400000"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80A0347-D314-F1AC-D342-2B9B1DB962B6}"/>
              </a:ext>
            </a:extLst>
          </p:cNvPr>
          <p:cNvSpPr/>
          <p:nvPr/>
        </p:nvSpPr>
        <p:spPr>
          <a:xfrm>
            <a:off x="7453332" y="6044686"/>
            <a:ext cx="323160" cy="322207"/>
          </a:xfrm>
          <a:prstGeom prst="ellipse">
            <a:avLst/>
          </a:prstGeom>
          <a:gradFill>
            <a:gsLst>
              <a:gs pos="40000">
                <a:schemeClr val="accent6">
                  <a:lumMod val="40000"/>
                  <a:lumOff val="60000"/>
                </a:schemeClr>
              </a:gs>
              <a:gs pos="60000">
                <a:schemeClr val="accent5">
                  <a:lumMod val="40000"/>
                  <a:lumOff val="60000"/>
                </a:schemeClr>
              </a:gs>
            </a:gsLst>
            <a:lin ang="5400000"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0DA2C66-06E7-D692-0327-72C335A257E5}"/>
              </a:ext>
            </a:extLst>
          </p:cNvPr>
          <p:cNvSpPr/>
          <p:nvPr/>
        </p:nvSpPr>
        <p:spPr>
          <a:xfrm>
            <a:off x="4512494" y="5034388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B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F9C46E2-6073-5F1D-42A2-B71A94858FE2}"/>
              </a:ext>
            </a:extLst>
          </p:cNvPr>
          <p:cNvCxnSpPr>
            <a:stCxn id="8" idx="2"/>
            <a:endCxn id="18" idx="0"/>
          </p:cNvCxnSpPr>
          <p:nvPr/>
        </p:nvCxnSpPr>
        <p:spPr>
          <a:xfrm>
            <a:off x="7606243" y="5386539"/>
            <a:ext cx="8669" cy="658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6347183-46AE-B8A9-B955-7570B8ABD564}"/>
              </a:ext>
            </a:extLst>
          </p:cNvPr>
          <p:cNvSpPr/>
          <p:nvPr/>
        </p:nvSpPr>
        <p:spPr>
          <a:xfrm>
            <a:off x="8409713" y="4918580"/>
            <a:ext cx="2128698" cy="5665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Na </a:t>
            </a:r>
            <a:r>
              <a:rPr lang="nl-NL" noProof="0" dirty="0" err="1"/>
              <a:t>rebase</a:t>
            </a:r>
            <a:r>
              <a:rPr lang="nl-NL" noProof="0" dirty="0"/>
              <a:t> volgt</a:t>
            </a:r>
          </a:p>
          <a:p>
            <a:pPr algn="ctr"/>
            <a:r>
              <a:rPr lang="nl-NL" noProof="0" dirty="0" err="1"/>
              <a:t>fast</a:t>
            </a:r>
            <a:r>
              <a:rPr lang="nl-NL" noProof="0" dirty="0"/>
              <a:t> forward </a:t>
            </a:r>
            <a:r>
              <a:rPr lang="nl-NL" noProof="0" dirty="0" err="1"/>
              <a:t>merge</a:t>
            </a:r>
            <a:r>
              <a:rPr lang="nl-NL" noProof="0" dirty="0"/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4C3400-797A-801A-E030-985E9E97D974}"/>
              </a:ext>
            </a:extLst>
          </p:cNvPr>
          <p:cNvSpPr/>
          <p:nvPr/>
        </p:nvSpPr>
        <p:spPr>
          <a:xfrm>
            <a:off x="2166425" y="3300731"/>
            <a:ext cx="7441810" cy="10602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0" tIns="72000" rIns="360000" bIns="72000" rtlCol="0" anchor="ctr"/>
          <a:lstStyle/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rebase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develop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checkout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develop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6F66BE-8142-2674-5CDA-781A0E76FD52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merge rebase</a:t>
            </a:r>
          </a:p>
        </p:txBody>
      </p:sp>
    </p:spTree>
    <p:extLst>
      <p:ext uri="{BB962C8B-B14F-4D97-AF65-F5344CB8AC3E}">
        <p14:creationId xmlns:p14="http://schemas.microsoft.com/office/powerpoint/2010/main" val="39107428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B6B0-4AD9-1CC0-A7E0-9BA4B9AC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A635A-49A6-537D-9EDA-AF1991966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Merge</a:t>
            </a:r>
            <a:r>
              <a:rPr lang="nl-NL" sz="3600" noProof="0" dirty="0"/>
              <a:t>: Squash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7A192F0-1901-2A0F-7513-B037219959FA}"/>
              </a:ext>
            </a:extLst>
          </p:cNvPr>
          <p:cNvGrpSpPr/>
          <p:nvPr/>
        </p:nvGrpSpPr>
        <p:grpSpPr>
          <a:xfrm>
            <a:off x="2553286" y="1636850"/>
            <a:ext cx="7054949" cy="1372213"/>
            <a:chOff x="991772" y="1847866"/>
            <a:chExt cx="7054949" cy="137221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87125F0-436E-1CB8-3CBD-B2105573A984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991772" y="2018713"/>
              <a:ext cx="5056856" cy="138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B61EF1-E1C7-F069-619E-2B0B3BF64D42}"/>
                </a:ext>
              </a:extLst>
            </p:cNvPr>
            <p:cNvSpPr txBox="1"/>
            <p:nvPr/>
          </p:nvSpPr>
          <p:spPr>
            <a:xfrm>
              <a:off x="6048628" y="1847866"/>
              <a:ext cx="983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main</a:t>
              </a:r>
              <a:endParaRPr lang="nl-NL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67F7EDA-BBA2-2F77-181D-C2C2F49C6BB0}"/>
                </a:ext>
              </a:extLst>
            </p:cNvPr>
            <p:cNvSpPr/>
            <p:nvPr/>
          </p:nvSpPr>
          <p:spPr>
            <a:xfrm>
              <a:off x="1757571" y="1858532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A</a:t>
              </a:r>
            </a:p>
          </p:txBody>
        </p: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1C181282-6140-2276-6AB2-0DCB3540DFCF}"/>
                </a:ext>
              </a:extLst>
            </p:cNvPr>
            <p:cNvCxnSpPr>
              <a:cxnSpLocks/>
              <a:stCxn id="19" idx="4"/>
              <a:endCxn id="27" idx="1"/>
            </p:cNvCxnSpPr>
            <p:nvPr/>
          </p:nvCxnSpPr>
          <p:spPr>
            <a:xfrm rot="16200000" flipH="1">
              <a:off x="3554603" y="545287"/>
              <a:ext cx="854674" cy="412557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E448D69-7981-C8EC-6328-A041A7F4F91B}"/>
                </a:ext>
              </a:extLst>
            </p:cNvPr>
            <p:cNvSpPr/>
            <p:nvPr/>
          </p:nvSpPr>
          <p:spPr>
            <a:xfrm>
              <a:off x="3583202" y="2862702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9BC2E92-C7F5-49E6-9874-59F77D778804}"/>
                </a:ext>
              </a:extLst>
            </p:cNvPr>
            <p:cNvSpPr txBox="1"/>
            <p:nvPr/>
          </p:nvSpPr>
          <p:spPr>
            <a:xfrm>
              <a:off x="6044729" y="2850747"/>
              <a:ext cx="20019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develop</a:t>
              </a:r>
              <a:endParaRPr lang="nl-NL" noProof="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0589D2F-57CC-402D-EA48-DE5E1F3ABB82}"/>
                </a:ext>
              </a:extLst>
            </p:cNvPr>
            <p:cNvSpPr/>
            <p:nvPr/>
          </p:nvSpPr>
          <p:spPr>
            <a:xfrm>
              <a:off x="2589596" y="2875346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F6B3EE0-8850-0623-30AF-78E8F3CCE795}"/>
                </a:ext>
              </a:extLst>
            </p:cNvPr>
            <p:cNvSpPr/>
            <p:nvPr/>
          </p:nvSpPr>
          <p:spPr>
            <a:xfrm>
              <a:off x="4576808" y="2875345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3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B8DA4AF4-2D7F-7096-20D5-E3831D352857}"/>
              </a:ext>
            </a:extLst>
          </p:cNvPr>
          <p:cNvSpPr/>
          <p:nvPr/>
        </p:nvSpPr>
        <p:spPr>
          <a:xfrm>
            <a:off x="2166425" y="3480331"/>
            <a:ext cx="7441810" cy="8806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0" tIns="72000" rIns="360000" bIns="72000" rtlCol="0" anchor="ctr"/>
          <a:lstStyle/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checkout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--squash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develop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72C01DA-D20E-48AF-4F81-E0C8950E9870}"/>
              </a:ext>
            </a:extLst>
          </p:cNvPr>
          <p:cNvSpPr/>
          <p:nvPr/>
        </p:nvSpPr>
        <p:spPr>
          <a:xfrm>
            <a:off x="5659011" y="1652136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B</a:t>
            </a:r>
          </a:p>
        </p:txBody>
      </p:sp>
      <p:sp>
        <p:nvSpPr>
          <p:cNvPr id="4" name="Explosion: 14 Points 3">
            <a:extLst>
              <a:ext uri="{FF2B5EF4-FFF2-40B4-BE49-F238E27FC236}">
                <a16:creationId xmlns:a16="http://schemas.microsoft.com/office/drawing/2014/main" id="{09D513D7-85FC-117A-7F2B-B6B50C504642}"/>
              </a:ext>
            </a:extLst>
          </p:cNvPr>
          <p:cNvSpPr/>
          <p:nvPr/>
        </p:nvSpPr>
        <p:spPr>
          <a:xfrm>
            <a:off x="5474909" y="1413453"/>
            <a:ext cx="778179" cy="774542"/>
          </a:xfrm>
          <a:prstGeom prst="irregularSeal2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968100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AF984-1C4A-5D44-44D7-DF9DC6B07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FE734-8B7E-5E94-5B46-580679E18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Merge</a:t>
            </a:r>
            <a:r>
              <a:rPr lang="nl-NL" sz="3600" noProof="0" dirty="0"/>
              <a:t>: Squash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EA4DE7E-337B-FA28-C48A-2E300A1CD506}"/>
              </a:ext>
            </a:extLst>
          </p:cNvPr>
          <p:cNvGrpSpPr/>
          <p:nvPr/>
        </p:nvGrpSpPr>
        <p:grpSpPr>
          <a:xfrm>
            <a:off x="2553286" y="1636850"/>
            <a:ext cx="7054949" cy="1372213"/>
            <a:chOff x="991772" y="1847866"/>
            <a:chExt cx="7054949" cy="137221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A71D6E3-3F80-C84D-709D-17F13A29BD46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991772" y="2018713"/>
              <a:ext cx="5056856" cy="138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768F9AA-C284-653E-98FE-0E23FBA0B966}"/>
                </a:ext>
              </a:extLst>
            </p:cNvPr>
            <p:cNvSpPr txBox="1"/>
            <p:nvPr/>
          </p:nvSpPr>
          <p:spPr>
            <a:xfrm>
              <a:off x="6048628" y="1847866"/>
              <a:ext cx="983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main</a:t>
              </a:r>
              <a:endParaRPr lang="nl-NL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F803BBF-C561-FE00-D3C6-AD00A0AD5F64}"/>
                </a:ext>
              </a:extLst>
            </p:cNvPr>
            <p:cNvSpPr/>
            <p:nvPr/>
          </p:nvSpPr>
          <p:spPr>
            <a:xfrm>
              <a:off x="1757571" y="1858532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A</a:t>
              </a:r>
            </a:p>
          </p:txBody>
        </p: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D33C0CDA-7871-C449-E75F-3D02E4FB8378}"/>
                </a:ext>
              </a:extLst>
            </p:cNvPr>
            <p:cNvCxnSpPr>
              <a:cxnSpLocks/>
              <a:stCxn id="19" idx="4"/>
              <a:endCxn id="27" idx="1"/>
            </p:cNvCxnSpPr>
            <p:nvPr/>
          </p:nvCxnSpPr>
          <p:spPr>
            <a:xfrm rot="16200000" flipH="1">
              <a:off x="3554603" y="545287"/>
              <a:ext cx="854674" cy="412557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FFBB1F2-A3BA-9AF5-492E-4CD36893E921}"/>
                </a:ext>
              </a:extLst>
            </p:cNvPr>
            <p:cNvSpPr/>
            <p:nvPr/>
          </p:nvSpPr>
          <p:spPr>
            <a:xfrm>
              <a:off x="3583202" y="2862702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78EB286-11F3-CC7D-5DF7-D7981DC289D9}"/>
                </a:ext>
              </a:extLst>
            </p:cNvPr>
            <p:cNvSpPr txBox="1"/>
            <p:nvPr/>
          </p:nvSpPr>
          <p:spPr>
            <a:xfrm>
              <a:off x="6044729" y="2850747"/>
              <a:ext cx="20019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develop</a:t>
              </a:r>
              <a:endParaRPr lang="nl-NL" noProof="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4863E33-E0FF-B1E3-E1C2-180F702F5E44}"/>
                </a:ext>
              </a:extLst>
            </p:cNvPr>
            <p:cNvSpPr/>
            <p:nvPr/>
          </p:nvSpPr>
          <p:spPr>
            <a:xfrm>
              <a:off x="2589596" y="2875346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8013752-6E40-E5FC-FED8-C495F531A95F}"/>
                </a:ext>
              </a:extLst>
            </p:cNvPr>
            <p:cNvSpPr/>
            <p:nvPr/>
          </p:nvSpPr>
          <p:spPr>
            <a:xfrm>
              <a:off x="4576808" y="2875345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3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E9B8-7009-70DE-1BE2-2B8A631F0401}"/>
              </a:ext>
            </a:extLst>
          </p:cNvPr>
          <p:cNvSpPr/>
          <p:nvPr/>
        </p:nvSpPr>
        <p:spPr>
          <a:xfrm>
            <a:off x="2166425" y="3480331"/>
            <a:ext cx="7441810" cy="8806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0" tIns="72000" rIns="360000" bIns="72000" rtlCol="0" anchor="ctr"/>
          <a:lstStyle/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checkout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--squash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develop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503DE81-6A00-AF07-DE2D-34E9BF04223A}"/>
              </a:ext>
            </a:extLst>
          </p:cNvPr>
          <p:cNvSpPr/>
          <p:nvPr/>
        </p:nvSpPr>
        <p:spPr>
          <a:xfrm>
            <a:off x="5659011" y="1652136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B</a:t>
            </a:r>
          </a:p>
        </p:txBody>
      </p:sp>
      <p:sp>
        <p:nvSpPr>
          <p:cNvPr id="4" name="Explosion: 14 Points 3">
            <a:extLst>
              <a:ext uri="{FF2B5EF4-FFF2-40B4-BE49-F238E27FC236}">
                <a16:creationId xmlns:a16="http://schemas.microsoft.com/office/drawing/2014/main" id="{891C8547-11AD-6EC1-BF2B-EEA04167EE32}"/>
              </a:ext>
            </a:extLst>
          </p:cNvPr>
          <p:cNvSpPr/>
          <p:nvPr/>
        </p:nvSpPr>
        <p:spPr>
          <a:xfrm>
            <a:off x="5474909" y="1413453"/>
            <a:ext cx="778179" cy="774542"/>
          </a:xfrm>
          <a:prstGeom prst="irregularSeal2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47C8B5-AC4B-1B6F-0BAE-DFF3333D0A1B}"/>
              </a:ext>
            </a:extLst>
          </p:cNvPr>
          <p:cNvGrpSpPr/>
          <p:nvPr/>
        </p:nvGrpSpPr>
        <p:grpSpPr>
          <a:xfrm>
            <a:off x="2553286" y="4758440"/>
            <a:ext cx="7054949" cy="1372213"/>
            <a:chOff x="991772" y="1847866"/>
            <a:chExt cx="7054949" cy="1372213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90AD6A43-D690-B0E8-C851-53757A788477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991772" y="2018713"/>
              <a:ext cx="5056856" cy="138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718FFBE-6AAA-2DC9-ECB8-A62B01FC424D}"/>
                </a:ext>
              </a:extLst>
            </p:cNvPr>
            <p:cNvSpPr txBox="1"/>
            <p:nvPr/>
          </p:nvSpPr>
          <p:spPr>
            <a:xfrm>
              <a:off x="6048628" y="1847866"/>
              <a:ext cx="983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main</a:t>
              </a:r>
              <a:endParaRPr lang="nl-NL" noProof="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63746F5-6EAD-DD87-7E9B-4A53A2BDFF52}"/>
                </a:ext>
              </a:extLst>
            </p:cNvPr>
            <p:cNvSpPr/>
            <p:nvPr/>
          </p:nvSpPr>
          <p:spPr>
            <a:xfrm>
              <a:off x="1757571" y="1858532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A</a:t>
              </a:r>
            </a:p>
          </p:txBody>
        </p:sp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4E4DA031-4132-3091-606A-F262D8FEEBD9}"/>
                </a:ext>
              </a:extLst>
            </p:cNvPr>
            <p:cNvCxnSpPr>
              <a:cxnSpLocks/>
              <a:stCxn id="8" idx="4"/>
              <a:endCxn id="12" idx="1"/>
            </p:cNvCxnSpPr>
            <p:nvPr/>
          </p:nvCxnSpPr>
          <p:spPr>
            <a:xfrm rot="16200000" flipH="1">
              <a:off x="3554603" y="545287"/>
              <a:ext cx="854674" cy="412557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3FB0EA0-5A3F-F3FA-97F4-E6A67DDC9EF7}"/>
                </a:ext>
              </a:extLst>
            </p:cNvPr>
            <p:cNvSpPr/>
            <p:nvPr/>
          </p:nvSpPr>
          <p:spPr>
            <a:xfrm>
              <a:off x="3583202" y="2862702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879654-8DFA-C4A2-9ECC-6D489027EB78}"/>
                </a:ext>
              </a:extLst>
            </p:cNvPr>
            <p:cNvSpPr txBox="1"/>
            <p:nvPr/>
          </p:nvSpPr>
          <p:spPr>
            <a:xfrm>
              <a:off x="6044729" y="2850747"/>
              <a:ext cx="20019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develop</a:t>
              </a:r>
              <a:endParaRPr lang="nl-NL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EF763DA-0B64-B214-B5D8-04A50FD59ACC}"/>
                </a:ext>
              </a:extLst>
            </p:cNvPr>
            <p:cNvSpPr/>
            <p:nvPr/>
          </p:nvSpPr>
          <p:spPr>
            <a:xfrm>
              <a:off x="2589596" y="2875346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1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E6D6C36-A88E-1986-CEB5-7880D58D16ED}"/>
                </a:ext>
              </a:extLst>
            </p:cNvPr>
            <p:cNvSpPr/>
            <p:nvPr/>
          </p:nvSpPr>
          <p:spPr>
            <a:xfrm>
              <a:off x="4576808" y="2875345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3</a:t>
              </a:r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6AC358FF-EA22-ABB8-B909-0EC7FBE3F12D}"/>
              </a:ext>
            </a:extLst>
          </p:cNvPr>
          <p:cNvSpPr/>
          <p:nvPr/>
        </p:nvSpPr>
        <p:spPr>
          <a:xfrm>
            <a:off x="5702418" y="4775092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B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C8BDA78-669D-06D7-5CFB-7D1BA89E5EBC}"/>
              </a:ext>
            </a:extLst>
          </p:cNvPr>
          <p:cNvSpPr/>
          <p:nvPr/>
        </p:nvSpPr>
        <p:spPr>
          <a:xfrm>
            <a:off x="6916928" y="4768068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M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9E1719E0-DEEA-2E89-2FB4-AEC4009DF391}"/>
              </a:ext>
            </a:extLst>
          </p:cNvPr>
          <p:cNvSpPr/>
          <p:nvPr/>
        </p:nvSpPr>
        <p:spPr>
          <a:xfrm rot="16200000">
            <a:off x="5145193" y="4428028"/>
            <a:ext cx="322208" cy="2310370"/>
          </a:xfrm>
          <a:prstGeom prst="rightBrace">
            <a:avLst>
              <a:gd name="adj1" fmla="val 8333"/>
              <a:gd name="adj2" fmla="val 48944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75D6DCB7-E695-CFC9-D81D-98275D89C522}"/>
              </a:ext>
            </a:extLst>
          </p:cNvPr>
          <p:cNvCxnSpPr>
            <a:cxnSpLocks/>
            <a:stCxn id="22" idx="1"/>
            <a:endCxn id="20" idx="4"/>
          </p:cNvCxnSpPr>
          <p:nvPr/>
        </p:nvCxnSpPr>
        <p:spPr>
          <a:xfrm rot="5400000" flipH="1" flipV="1">
            <a:off x="6014286" y="4357887"/>
            <a:ext cx="331834" cy="1796609"/>
          </a:xfrm>
          <a:prstGeom prst="bentConnector3">
            <a:avLst>
              <a:gd name="adj1" fmla="val 26206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8882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FB7E5-53E3-D9A8-A78E-089BD3823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9B014-6EE4-41A1-7061-775851D0D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Merge</a:t>
            </a:r>
            <a:r>
              <a:rPr lang="nl-NL" sz="3600" noProof="0" dirty="0"/>
              <a:t>: Squash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3793A0-F8AF-B3ED-42DF-1808DA4D9711}"/>
              </a:ext>
            </a:extLst>
          </p:cNvPr>
          <p:cNvGrpSpPr/>
          <p:nvPr/>
        </p:nvGrpSpPr>
        <p:grpSpPr>
          <a:xfrm>
            <a:off x="2553286" y="1636850"/>
            <a:ext cx="7054949" cy="1372213"/>
            <a:chOff x="991772" y="1847866"/>
            <a:chExt cx="7054949" cy="137221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8AABB8F-80F1-1EDE-E036-9080415C5DC5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991772" y="2018713"/>
              <a:ext cx="5056856" cy="138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9C196B-2071-3068-399B-379EA3EEE3E6}"/>
                </a:ext>
              </a:extLst>
            </p:cNvPr>
            <p:cNvSpPr txBox="1"/>
            <p:nvPr/>
          </p:nvSpPr>
          <p:spPr>
            <a:xfrm>
              <a:off x="6048628" y="1847866"/>
              <a:ext cx="983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main</a:t>
              </a:r>
              <a:endParaRPr lang="nl-NL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71C7939-EC87-4778-110C-09A81D1ADC65}"/>
                </a:ext>
              </a:extLst>
            </p:cNvPr>
            <p:cNvSpPr/>
            <p:nvPr/>
          </p:nvSpPr>
          <p:spPr>
            <a:xfrm>
              <a:off x="1757571" y="1858532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A</a:t>
              </a:r>
            </a:p>
          </p:txBody>
        </p: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5FB465FA-F4CF-05A1-2AE2-E0E801785A79}"/>
                </a:ext>
              </a:extLst>
            </p:cNvPr>
            <p:cNvCxnSpPr>
              <a:cxnSpLocks/>
              <a:stCxn id="19" idx="4"/>
              <a:endCxn id="27" idx="1"/>
            </p:cNvCxnSpPr>
            <p:nvPr/>
          </p:nvCxnSpPr>
          <p:spPr>
            <a:xfrm rot="16200000" flipH="1">
              <a:off x="3554603" y="545287"/>
              <a:ext cx="854674" cy="412557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5B7291A-715A-A3EA-6E38-AD9529004104}"/>
                </a:ext>
              </a:extLst>
            </p:cNvPr>
            <p:cNvSpPr/>
            <p:nvPr/>
          </p:nvSpPr>
          <p:spPr>
            <a:xfrm>
              <a:off x="3583202" y="2862702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F67306F-9601-5583-FB1E-19B9DAA8949C}"/>
                </a:ext>
              </a:extLst>
            </p:cNvPr>
            <p:cNvSpPr txBox="1"/>
            <p:nvPr/>
          </p:nvSpPr>
          <p:spPr>
            <a:xfrm>
              <a:off x="6044729" y="2850747"/>
              <a:ext cx="20019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develop</a:t>
              </a:r>
              <a:endParaRPr lang="nl-NL" noProof="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17E932A-A9E2-73BC-FE28-4CD30F0876D8}"/>
                </a:ext>
              </a:extLst>
            </p:cNvPr>
            <p:cNvSpPr/>
            <p:nvPr/>
          </p:nvSpPr>
          <p:spPr>
            <a:xfrm>
              <a:off x="2589596" y="2875346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6DB0BD1-D695-E43B-6DEA-B06E8E0C11AE}"/>
                </a:ext>
              </a:extLst>
            </p:cNvPr>
            <p:cNvSpPr/>
            <p:nvPr/>
          </p:nvSpPr>
          <p:spPr>
            <a:xfrm>
              <a:off x="4576808" y="2875345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3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71E57396-E562-8145-0C46-178E4BF37B92}"/>
              </a:ext>
            </a:extLst>
          </p:cNvPr>
          <p:cNvSpPr/>
          <p:nvPr/>
        </p:nvSpPr>
        <p:spPr>
          <a:xfrm>
            <a:off x="2166425" y="3480331"/>
            <a:ext cx="7441810" cy="8806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0" tIns="72000" rIns="360000" bIns="72000" rtlCol="0" anchor="ctr"/>
          <a:lstStyle/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checkout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lang="nl-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--squash </a:t>
            </a:r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develop</a:t>
            </a:r>
            <a:endParaRPr lang="nl-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ECDB245-0AFE-ADB0-1389-C4A3D611C0E2}"/>
              </a:ext>
            </a:extLst>
          </p:cNvPr>
          <p:cNvSpPr/>
          <p:nvPr/>
        </p:nvSpPr>
        <p:spPr>
          <a:xfrm>
            <a:off x="5659011" y="1652136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B</a:t>
            </a:r>
          </a:p>
        </p:txBody>
      </p:sp>
      <p:sp>
        <p:nvSpPr>
          <p:cNvPr id="4" name="Explosion: 14 Points 3">
            <a:extLst>
              <a:ext uri="{FF2B5EF4-FFF2-40B4-BE49-F238E27FC236}">
                <a16:creationId xmlns:a16="http://schemas.microsoft.com/office/drawing/2014/main" id="{3CA4EAE6-461C-F55D-815D-82589DA0A7FB}"/>
              </a:ext>
            </a:extLst>
          </p:cNvPr>
          <p:cNvSpPr/>
          <p:nvPr/>
        </p:nvSpPr>
        <p:spPr>
          <a:xfrm>
            <a:off x="5474909" y="1413453"/>
            <a:ext cx="778179" cy="774542"/>
          </a:xfrm>
          <a:prstGeom prst="irregularSeal2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11CBA1-7E2B-0426-EA37-96EF0882CDED}"/>
              </a:ext>
            </a:extLst>
          </p:cNvPr>
          <p:cNvGrpSpPr/>
          <p:nvPr/>
        </p:nvGrpSpPr>
        <p:grpSpPr>
          <a:xfrm>
            <a:off x="2553286" y="4758440"/>
            <a:ext cx="7054949" cy="1372213"/>
            <a:chOff x="991772" y="1847866"/>
            <a:chExt cx="7054949" cy="1372213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8E860C1-D270-6455-33BD-D68B6378DE96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991772" y="2018713"/>
              <a:ext cx="5056856" cy="138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8EF6512-ACE9-08CA-B33F-839D406818E5}"/>
                </a:ext>
              </a:extLst>
            </p:cNvPr>
            <p:cNvSpPr txBox="1"/>
            <p:nvPr/>
          </p:nvSpPr>
          <p:spPr>
            <a:xfrm>
              <a:off x="6048628" y="1847866"/>
              <a:ext cx="983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main</a:t>
              </a:r>
              <a:endParaRPr lang="nl-NL" noProof="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75FF77D-C1A7-3700-915C-95CB217C135C}"/>
                </a:ext>
              </a:extLst>
            </p:cNvPr>
            <p:cNvSpPr/>
            <p:nvPr/>
          </p:nvSpPr>
          <p:spPr>
            <a:xfrm>
              <a:off x="1757571" y="1858532"/>
              <a:ext cx="323160" cy="3222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A</a:t>
              </a:r>
            </a:p>
          </p:txBody>
        </p:sp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DE76EB4C-CD6E-1B91-9EFC-871A3918D614}"/>
                </a:ext>
              </a:extLst>
            </p:cNvPr>
            <p:cNvCxnSpPr>
              <a:cxnSpLocks/>
              <a:stCxn id="8" idx="4"/>
              <a:endCxn id="12" idx="1"/>
            </p:cNvCxnSpPr>
            <p:nvPr/>
          </p:nvCxnSpPr>
          <p:spPr>
            <a:xfrm rot="16200000" flipH="1">
              <a:off x="3554603" y="545287"/>
              <a:ext cx="854674" cy="412557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73DCBC2-C3D3-80F4-9710-9FB2B28B3E22}"/>
                </a:ext>
              </a:extLst>
            </p:cNvPr>
            <p:cNvSpPr/>
            <p:nvPr/>
          </p:nvSpPr>
          <p:spPr>
            <a:xfrm>
              <a:off x="3583202" y="2862702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9099FE-0A1F-7FE1-E764-FF5C7E96EC99}"/>
                </a:ext>
              </a:extLst>
            </p:cNvPr>
            <p:cNvSpPr txBox="1"/>
            <p:nvPr/>
          </p:nvSpPr>
          <p:spPr>
            <a:xfrm>
              <a:off x="6044729" y="2850747"/>
              <a:ext cx="20019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noProof="0" dirty="0" err="1"/>
                <a:t>develop</a:t>
              </a:r>
              <a:endParaRPr lang="nl-NL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DD1A909-3D11-CC03-8A90-307E91F15586}"/>
                </a:ext>
              </a:extLst>
            </p:cNvPr>
            <p:cNvSpPr/>
            <p:nvPr/>
          </p:nvSpPr>
          <p:spPr>
            <a:xfrm>
              <a:off x="2589596" y="2875346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1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948C31F-EA0A-BBD9-F05E-27574F908FAC}"/>
                </a:ext>
              </a:extLst>
            </p:cNvPr>
            <p:cNvSpPr/>
            <p:nvPr/>
          </p:nvSpPr>
          <p:spPr>
            <a:xfrm>
              <a:off x="4576808" y="2875345"/>
              <a:ext cx="323160" cy="32220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noProof="0" dirty="0"/>
                <a:t>3</a:t>
              </a:r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FAE4571-DDFC-903C-84B2-74B82336E510}"/>
              </a:ext>
            </a:extLst>
          </p:cNvPr>
          <p:cNvSpPr/>
          <p:nvPr/>
        </p:nvSpPr>
        <p:spPr>
          <a:xfrm>
            <a:off x="5702418" y="4775092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B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0D18247-63AC-7AAA-6EFE-A1AF86A1691F}"/>
              </a:ext>
            </a:extLst>
          </p:cNvPr>
          <p:cNvSpPr/>
          <p:nvPr/>
        </p:nvSpPr>
        <p:spPr>
          <a:xfrm>
            <a:off x="6916928" y="4768068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M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6967932E-EA16-4EDC-2D80-9EEA6F0FB126}"/>
              </a:ext>
            </a:extLst>
          </p:cNvPr>
          <p:cNvSpPr/>
          <p:nvPr/>
        </p:nvSpPr>
        <p:spPr>
          <a:xfrm rot="16200000">
            <a:off x="5145193" y="4428028"/>
            <a:ext cx="322208" cy="2310370"/>
          </a:xfrm>
          <a:prstGeom prst="rightBrace">
            <a:avLst>
              <a:gd name="adj1" fmla="val 8333"/>
              <a:gd name="adj2" fmla="val 48944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DCBEC5B9-B92D-D470-E4FC-785AD5F6FAF9}"/>
              </a:ext>
            </a:extLst>
          </p:cNvPr>
          <p:cNvCxnSpPr>
            <a:cxnSpLocks/>
            <a:stCxn id="22" idx="1"/>
            <a:endCxn id="20" idx="4"/>
          </p:cNvCxnSpPr>
          <p:nvPr/>
        </p:nvCxnSpPr>
        <p:spPr>
          <a:xfrm rot="5400000" flipH="1" flipV="1">
            <a:off x="6014286" y="4357887"/>
            <a:ext cx="331834" cy="1796609"/>
          </a:xfrm>
          <a:prstGeom prst="bentConnector3">
            <a:avLst>
              <a:gd name="adj1" fmla="val 26206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8CE03FE8-DCB5-9520-4332-684A6EADC5A1}"/>
              </a:ext>
            </a:extLst>
          </p:cNvPr>
          <p:cNvSpPr/>
          <p:nvPr/>
        </p:nvSpPr>
        <p:spPr>
          <a:xfrm>
            <a:off x="8803374" y="4659813"/>
            <a:ext cx="2345271" cy="5665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3 </a:t>
            </a:r>
            <a:r>
              <a:rPr lang="nl-NL" noProof="0" dirty="0" err="1"/>
              <a:t>behind</a:t>
            </a:r>
            <a:r>
              <a:rPr lang="nl-NL" noProof="0" dirty="0"/>
              <a:t>: 1 </a:t>
            </a:r>
            <a:r>
              <a:rPr lang="nl-NL" noProof="0" dirty="0" err="1"/>
              <a:t>ahead</a:t>
            </a:r>
            <a:endParaRPr lang="nl-NL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1D78A0-9880-7290-5BC6-1390C115A529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merge squash</a:t>
            </a:r>
          </a:p>
        </p:txBody>
      </p:sp>
    </p:spTree>
    <p:extLst>
      <p:ext uri="{BB962C8B-B14F-4D97-AF65-F5344CB8AC3E}">
        <p14:creationId xmlns:p14="http://schemas.microsoft.com/office/powerpoint/2010/main" val="21476431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E07CD-44E1-A750-EA0F-2FBEF6197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C15B913B-B4AE-52DB-60ED-77AD8EF7A7E7}"/>
              </a:ext>
            </a:extLst>
          </p:cNvPr>
          <p:cNvCxnSpPr>
            <a:cxnSpLocks/>
            <a:stCxn id="4" idx="6"/>
            <a:endCxn id="6" idx="4"/>
          </p:cNvCxnSpPr>
          <p:nvPr/>
        </p:nvCxnSpPr>
        <p:spPr>
          <a:xfrm flipV="1">
            <a:off x="6820714" y="3501930"/>
            <a:ext cx="494487" cy="8442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6327ADD-4941-1AD4-2145-031E932DFAE3}"/>
              </a:ext>
            </a:extLst>
          </p:cNvPr>
          <p:cNvCxnSpPr>
            <a:cxnSpLocks/>
          </p:cNvCxnSpPr>
          <p:nvPr/>
        </p:nvCxnSpPr>
        <p:spPr>
          <a:xfrm>
            <a:off x="3120010" y="2512757"/>
            <a:ext cx="5981787" cy="835107"/>
          </a:xfrm>
          <a:prstGeom prst="bentConnector3">
            <a:avLst>
              <a:gd name="adj1" fmla="val 2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54E7051-0F94-8B07-4C46-D9058DA1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Merge</a:t>
            </a:r>
            <a:r>
              <a:rPr lang="nl-NL" sz="3600" noProof="0" dirty="0"/>
              <a:t> types en branches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C068E30-68AB-164D-C088-29D2FD8DF063}"/>
              </a:ext>
            </a:extLst>
          </p:cNvPr>
          <p:cNvCxnSpPr>
            <a:cxnSpLocks/>
          </p:cNvCxnSpPr>
          <p:nvPr/>
        </p:nvCxnSpPr>
        <p:spPr>
          <a:xfrm>
            <a:off x="838200" y="2358690"/>
            <a:ext cx="82635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22D07D75-CFA4-AECB-16A1-3A64A9133E1C}"/>
              </a:ext>
            </a:extLst>
          </p:cNvPr>
          <p:cNvSpPr/>
          <p:nvPr/>
        </p:nvSpPr>
        <p:spPr>
          <a:xfrm>
            <a:off x="1655245" y="2197586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R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971EEBF-FE4B-D342-BAE4-992914FDB982}"/>
              </a:ext>
            </a:extLst>
          </p:cNvPr>
          <p:cNvSpPr/>
          <p:nvPr/>
        </p:nvSpPr>
        <p:spPr>
          <a:xfrm>
            <a:off x="2958431" y="2197585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R</a:t>
            </a:r>
            <a:endParaRPr lang="nl-NL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65D298-6222-EDC4-67D3-C4E217FFA726}"/>
              </a:ext>
            </a:extLst>
          </p:cNvPr>
          <p:cNvSpPr txBox="1"/>
          <p:nvPr/>
        </p:nvSpPr>
        <p:spPr>
          <a:xfrm>
            <a:off x="9368599" y="2135702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noProof="0" dirty="0" err="1"/>
              <a:t>main</a:t>
            </a:r>
            <a:endParaRPr lang="nl-NL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98F92D-19E9-3ABD-525A-95ECB039B510}"/>
              </a:ext>
            </a:extLst>
          </p:cNvPr>
          <p:cNvSpPr txBox="1"/>
          <p:nvPr/>
        </p:nvSpPr>
        <p:spPr>
          <a:xfrm>
            <a:off x="9368599" y="3170230"/>
            <a:ext cx="983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noProof="0" dirty="0" err="1"/>
              <a:t>develop</a:t>
            </a:r>
            <a:endParaRPr lang="nl-NL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0887BD7-A65B-243B-F6F4-1179CABED32B}"/>
              </a:ext>
            </a:extLst>
          </p:cNvPr>
          <p:cNvSpPr/>
          <p:nvPr/>
        </p:nvSpPr>
        <p:spPr>
          <a:xfrm>
            <a:off x="3881788" y="3180896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F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C6387BAB-B133-C29C-91EB-A5893681825E}"/>
              </a:ext>
            </a:extLst>
          </p:cNvPr>
          <p:cNvCxnSpPr>
            <a:cxnSpLocks/>
            <a:stCxn id="19" idx="4"/>
          </p:cNvCxnSpPr>
          <p:nvPr/>
        </p:nvCxnSpPr>
        <p:spPr>
          <a:xfrm rot="16200000" flipH="1">
            <a:off x="4983056" y="2563414"/>
            <a:ext cx="843814" cy="27231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C8F6207B-33AD-12B3-0CB6-2C1FF8863B6D}"/>
              </a:ext>
            </a:extLst>
          </p:cNvPr>
          <p:cNvSpPr/>
          <p:nvPr/>
        </p:nvSpPr>
        <p:spPr>
          <a:xfrm>
            <a:off x="5594877" y="4185066"/>
            <a:ext cx="323160" cy="32220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B37F0D-B26D-141A-FB69-CE83D935A3DF}"/>
              </a:ext>
            </a:extLst>
          </p:cNvPr>
          <p:cNvSpPr txBox="1"/>
          <p:nvPr/>
        </p:nvSpPr>
        <p:spPr>
          <a:xfrm>
            <a:off x="9364700" y="4137941"/>
            <a:ext cx="2001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noProof="0" dirty="0"/>
              <a:t>feature/unit-tests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0B7E3D0-3355-31D3-6D3E-887D8FD74EC5}"/>
              </a:ext>
            </a:extLst>
          </p:cNvPr>
          <p:cNvSpPr/>
          <p:nvPr/>
        </p:nvSpPr>
        <p:spPr>
          <a:xfrm>
            <a:off x="4692200" y="4185066"/>
            <a:ext cx="323160" cy="32220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C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090C77F-913A-4C8C-FB7D-E9CB212B4752}"/>
              </a:ext>
            </a:extLst>
          </p:cNvPr>
          <p:cNvSpPr/>
          <p:nvPr/>
        </p:nvSpPr>
        <p:spPr>
          <a:xfrm>
            <a:off x="6497554" y="4185066"/>
            <a:ext cx="323160" cy="32220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C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E4D6D7B-AC1B-219E-CF7F-9C3EC434F372}"/>
              </a:ext>
            </a:extLst>
          </p:cNvPr>
          <p:cNvCxnSpPr>
            <a:cxnSpLocks/>
            <a:endCxn id="15" idx="4"/>
          </p:cNvCxnSpPr>
          <p:nvPr/>
        </p:nvCxnSpPr>
        <p:spPr>
          <a:xfrm flipV="1">
            <a:off x="8032653" y="2511525"/>
            <a:ext cx="0" cy="830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62C010C-F26C-7397-5380-69E9F1C41EE3}"/>
              </a:ext>
            </a:extLst>
          </p:cNvPr>
          <p:cNvSpPr/>
          <p:nvPr/>
        </p:nvSpPr>
        <p:spPr>
          <a:xfrm>
            <a:off x="7153621" y="3179723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9531D4-DA9F-9D5A-26FF-B3802C5E8347}"/>
              </a:ext>
            </a:extLst>
          </p:cNvPr>
          <p:cNvSpPr txBox="1"/>
          <p:nvPr/>
        </p:nvSpPr>
        <p:spPr>
          <a:xfrm>
            <a:off x="7371273" y="3669228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accent2">
                    <a:lumMod val="75000"/>
                  </a:schemeClr>
                </a:solidFill>
              </a:rPr>
              <a:t>squash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B2B121-09A0-8857-9469-BA498167D6B9}"/>
              </a:ext>
            </a:extLst>
          </p:cNvPr>
          <p:cNvSpPr txBox="1"/>
          <p:nvPr/>
        </p:nvSpPr>
        <p:spPr>
          <a:xfrm>
            <a:off x="8032653" y="2665677"/>
            <a:ext cx="783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solidFill>
                  <a:schemeClr val="accent5">
                    <a:lumMod val="50000"/>
                  </a:schemeClr>
                </a:solidFill>
              </a:rPr>
              <a:t>merge</a:t>
            </a:r>
            <a:endParaRPr lang="nl-NL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A89D24C-478A-4247-501A-13015190EEA7}"/>
              </a:ext>
            </a:extLst>
          </p:cNvPr>
          <p:cNvSpPr/>
          <p:nvPr/>
        </p:nvSpPr>
        <p:spPr>
          <a:xfrm>
            <a:off x="7871073" y="2189318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063443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8F17F-9DE9-F4F7-38C7-3CC8D403A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B06F5E-CE4E-5B85-8301-472511F7A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 err="1"/>
              <a:t>Merge</a:t>
            </a:r>
            <a:r>
              <a:rPr lang="nl-NL" noProof="0" dirty="0"/>
              <a:t> conflicten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FE6609-517F-ED46-3EC3-4396F6FC3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0195069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C4A54-78D8-1B64-0B7A-56CC3E9E3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56FDC-A28D-62CE-3848-8E830F6BA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Wat is een conflict?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A4A57E-6515-F2BC-F6E0-5CF098CE5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56267"/>
            <a:ext cx="10175543" cy="4720696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Branches staan kunnen los van elkaar wijzigen.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Wijzigingen kunnen strijdig met elkaar zijn.</a:t>
            </a:r>
          </a:p>
          <a:p>
            <a:pPr>
              <a:buFontTx/>
              <a:buChar char="-"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endParaRPr lang="nl-NL" sz="1800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endParaRPr lang="nl-NL" sz="1800" noProof="0" dirty="0">
              <a:cs typeface="Courier New" panose="02070309020205020404" pitchFamily="49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19BAB01-5989-5EB8-3F20-203EFA5B1155}"/>
              </a:ext>
            </a:extLst>
          </p:cNvPr>
          <p:cNvGrpSpPr/>
          <p:nvPr/>
        </p:nvGrpSpPr>
        <p:grpSpPr>
          <a:xfrm>
            <a:off x="1487036" y="2642752"/>
            <a:ext cx="9021642" cy="2758981"/>
            <a:chOff x="831944" y="3097621"/>
            <a:chExt cx="9021642" cy="275898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4AA0283-E5FB-BBA0-BC2B-E16DADF2D312}"/>
                </a:ext>
              </a:extLst>
            </p:cNvPr>
            <p:cNvSpPr/>
            <p:nvPr/>
          </p:nvSpPr>
          <p:spPr>
            <a:xfrm>
              <a:off x="3758995" y="5017269"/>
              <a:ext cx="1044054" cy="6056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nl-NL" sz="1600" b="1" noProof="0" dirty="0"/>
                <a:t>shop.txt</a:t>
              </a:r>
            </a:p>
            <a:p>
              <a:r>
                <a:rPr lang="nl-NL" sz="1600" noProof="0" dirty="0">
                  <a:solidFill>
                    <a:schemeClr val="tx1"/>
                  </a:solidFill>
                </a:rPr>
                <a:t>pizza</a:t>
              </a:r>
            </a:p>
            <a:p>
              <a:endParaRPr lang="nl-NL" sz="1600" noProof="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372155-F66B-8BD5-442F-1923BB00F820}"/>
                </a:ext>
              </a:extLst>
            </p:cNvPr>
            <p:cNvSpPr/>
            <p:nvPr/>
          </p:nvSpPr>
          <p:spPr>
            <a:xfrm>
              <a:off x="6096000" y="5025245"/>
              <a:ext cx="1112293" cy="83135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nl-NL" sz="1600" b="1" noProof="0" dirty="0"/>
                <a:t>todo.txt</a:t>
              </a:r>
            </a:p>
            <a:p>
              <a:r>
                <a:rPr lang="nl-NL" sz="1600" noProof="0" dirty="0">
                  <a:solidFill>
                    <a:schemeClr val="tx1"/>
                  </a:solidFill>
                </a:rPr>
                <a:t>shopping</a:t>
              </a:r>
            </a:p>
            <a:p>
              <a:r>
                <a:rPr lang="nl-NL" sz="1600" dirty="0">
                  <a:solidFill>
                    <a:schemeClr val="tx1"/>
                  </a:solidFill>
                </a:rPr>
                <a:t>cleaning</a:t>
              </a:r>
              <a:endParaRPr lang="nl-NL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92D1DFD-09D2-FD32-A96B-F07940640DC2}"/>
                </a:ext>
              </a:extLst>
            </p:cNvPr>
            <p:cNvSpPr txBox="1"/>
            <p:nvPr/>
          </p:nvSpPr>
          <p:spPr>
            <a:xfrm>
              <a:off x="8918907" y="4605698"/>
              <a:ext cx="9346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 err="1"/>
                <a:t>develop</a:t>
              </a:r>
              <a:endParaRPr lang="nl-NL" noProof="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14F7B3F-35DA-96D3-ABD4-F77DEB4B8BAA}"/>
                </a:ext>
              </a:extLst>
            </p:cNvPr>
            <p:cNvSpPr txBox="1"/>
            <p:nvPr/>
          </p:nvSpPr>
          <p:spPr>
            <a:xfrm>
              <a:off x="8937559" y="3097621"/>
              <a:ext cx="654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 err="1"/>
                <a:t>main</a:t>
              </a:r>
              <a:endParaRPr lang="nl-NL" noProof="0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737143E-D187-17ED-C3FF-47256374CBF7}"/>
                </a:ext>
              </a:extLst>
            </p:cNvPr>
            <p:cNvCxnSpPr>
              <a:cxnSpLocks/>
            </p:cNvCxnSpPr>
            <p:nvPr/>
          </p:nvCxnSpPr>
          <p:spPr>
            <a:xfrm>
              <a:off x="887104" y="3282287"/>
              <a:ext cx="79429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C72401-E9F9-2044-DFE2-24C6A722A2EB}"/>
                </a:ext>
              </a:extLst>
            </p:cNvPr>
            <p:cNvSpPr/>
            <p:nvPr/>
          </p:nvSpPr>
          <p:spPr>
            <a:xfrm>
              <a:off x="831944" y="3669071"/>
              <a:ext cx="1112293" cy="6426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nl-NL" sz="1600" b="1" noProof="0" dirty="0"/>
                <a:t>todo.txt</a:t>
              </a:r>
            </a:p>
            <a:p>
              <a:r>
                <a:rPr lang="nl-NL" sz="1600" noProof="0" dirty="0"/>
                <a:t>shopping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CB1E43A-BE2A-7439-6769-2986E976711C}"/>
                </a:ext>
              </a:extLst>
            </p:cNvPr>
            <p:cNvSpPr/>
            <p:nvPr/>
          </p:nvSpPr>
          <p:spPr>
            <a:xfrm>
              <a:off x="6096000" y="3570126"/>
              <a:ext cx="1112293" cy="8404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nl-NL" sz="1600" b="1" noProof="0" dirty="0"/>
                <a:t>todo.txt</a:t>
              </a:r>
            </a:p>
            <a:p>
              <a:r>
                <a:rPr lang="nl-NL" sz="1600" noProof="0" dirty="0"/>
                <a:t>shopping</a:t>
              </a:r>
            </a:p>
            <a:p>
              <a:r>
                <a:rPr lang="nl-NL" sz="1600" dirty="0" err="1">
                  <a:solidFill>
                    <a:schemeClr val="tx1"/>
                  </a:solidFill>
                </a:rPr>
                <a:t>to</a:t>
              </a:r>
              <a:r>
                <a:rPr lang="nl-NL" sz="1600" dirty="0">
                  <a:solidFill>
                    <a:schemeClr val="tx1"/>
                  </a:solidFill>
                </a:rPr>
                <a:t> </a:t>
              </a:r>
              <a:r>
                <a:rPr lang="nl-NL" sz="1600" dirty="0" err="1">
                  <a:solidFill>
                    <a:schemeClr val="tx1"/>
                  </a:solidFill>
                </a:rPr>
                <a:t>the</a:t>
              </a:r>
              <a:r>
                <a:rPr lang="nl-NL" sz="1600" dirty="0">
                  <a:solidFill>
                    <a:schemeClr val="tx1"/>
                  </a:solidFill>
                </a:rPr>
                <a:t> gym</a:t>
              </a:r>
              <a:endParaRPr lang="nl-NL" sz="1600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8C0D4EE-9C4A-D8FD-6561-77519F64B78D}"/>
                </a:ext>
              </a:extLst>
            </p:cNvPr>
            <p:cNvCxnSpPr>
              <a:cxnSpLocks/>
            </p:cNvCxnSpPr>
            <p:nvPr/>
          </p:nvCxnSpPr>
          <p:spPr>
            <a:xfrm>
              <a:off x="3050275" y="4790364"/>
              <a:ext cx="57798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B7D3C17-C2D2-8FA6-352E-90FF10B9CCA3}"/>
                </a:ext>
              </a:extLst>
            </p:cNvPr>
            <p:cNvCxnSpPr/>
            <p:nvPr/>
          </p:nvCxnSpPr>
          <p:spPr>
            <a:xfrm flipV="1">
              <a:off x="3050275" y="3282287"/>
              <a:ext cx="0" cy="150807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40E3094-1BD3-9E5D-2D4C-AAEF0B06DA69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1388091" y="3282287"/>
              <a:ext cx="0" cy="386784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4900ADF-1B74-6510-CE55-5620C629B484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4281022" y="4790364"/>
              <a:ext cx="0" cy="226905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501BDF7-E8A2-E6CB-21CB-94A8B5F35A0A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H="1" flipV="1">
              <a:off x="6652146" y="4790364"/>
              <a:ext cx="1" cy="234881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CC29E30-BAE6-5C74-2E0B-C865B0013EA2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H="1" flipV="1">
              <a:off x="6652146" y="3282287"/>
              <a:ext cx="1" cy="287839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82230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78C4E-B8EF-D850-6B69-DAD8C5610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91AFE-0D53-D160-1685-701F4AC1D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Wat is een conflict?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CBBC822-D640-FA25-C283-FD661FE4F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852182" cy="4720696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Branches staan kunnen los van elkaar wijzigen.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Wijzigingen kunnen strijdig met elkaar zijn.</a:t>
            </a:r>
          </a:p>
          <a:p>
            <a:pPr>
              <a:buFontTx/>
              <a:buChar char="-"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endParaRPr lang="nl-NL" sz="1800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endParaRPr lang="nl-NL" sz="1800" noProof="0" dirty="0">
              <a:cs typeface="Courier New" panose="02070309020205020404" pitchFamily="49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77083D-8911-4756-63DC-C275B1394F3B}"/>
              </a:ext>
            </a:extLst>
          </p:cNvPr>
          <p:cNvGrpSpPr/>
          <p:nvPr/>
        </p:nvGrpSpPr>
        <p:grpSpPr>
          <a:xfrm>
            <a:off x="1487036" y="2642752"/>
            <a:ext cx="9021642" cy="2758981"/>
            <a:chOff x="831944" y="3097621"/>
            <a:chExt cx="9021642" cy="275898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6736C5-5FEA-921B-5DE8-9094372E53AE}"/>
                </a:ext>
              </a:extLst>
            </p:cNvPr>
            <p:cNvSpPr/>
            <p:nvPr/>
          </p:nvSpPr>
          <p:spPr>
            <a:xfrm>
              <a:off x="3758995" y="5017269"/>
              <a:ext cx="1044054" cy="60560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nl-NL" sz="1600" b="1" noProof="0" dirty="0"/>
                <a:t>shop.txt</a:t>
              </a:r>
            </a:p>
            <a:p>
              <a:r>
                <a:rPr lang="nl-NL" sz="1600" noProof="0" dirty="0">
                  <a:solidFill>
                    <a:schemeClr val="accent6">
                      <a:lumMod val="75000"/>
                    </a:schemeClr>
                  </a:solidFill>
                </a:rPr>
                <a:t>pizza</a:t>
              </a:r>
            </a:p>
            <a:p>
              <a:endParaRPr lang="nl-NL" sz="1600" noProof="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10BA1CC-9740-82BD-4F16-73A3CF848F87}"/>
                </a:ext>
              </a:extLst>
            </p:cNvPr>
            <p:cNvSpPr/>
            <p:nvPr/>
          </p:nvSpPr>
          <p:spPr>
            <a:xfrm>
              <a:off x="6096000" y="5025245"/>
              <a:ext cx="1112293" cy="83135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nl-NL" sz="1600" b="1" noProof="0" dirty="0"/>
                <a:t>todo.txt</a:t>
              </a:r>
            </a:p>
            <a:p>
              <a:r>
                <a:rPr lang="nl-NL" sz="1600" noProof="0" dirty="0">
                  <a:solidFill>
                    <a:schemeClr val="tx1"/>
                  </a:solidFill>
                </a:rPr>
                <a:t>shopping</a:t>
              </a:r>
            </a:p>
            <a:p>
              <a:r>
                <a:rPr lang="nl-NL" sz="1600" dirty="0">
                  <a:solidFill>
                    <a:schemeClr val="tx1"/>
                  </a:solidFill>
                </a:rPr>
                <a:t>cleaning</a:t>
              </a:r>
              <a:endParaRPr lang="nl-NL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7E2C12A-B772-42EC-AED9-89E6E802DBA0}"/>
                </a:ext>
              </a:extLst>
            </p:cNvPr>
            <p:cNvSpPr txBox="1"/>
            <p:nvPr/>
          </p:nvSpPr>
          <p:spPr>
            <a:xfrm>
              <a:off x="8918907" y="4605698"/>
              <a:ext cx="9346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 err="1"/>
                <a:t>develop</a:t>
              </a:r>
              <a:endParaRPr lang="nl-NL" noProof="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D8D7DAE-B2E0-8AD3-F397-6C3618C7C807}"/>
                </a:ext>
              </a:extLst>
            </p:cNvPr>
            <p:cNvSpPr txBox="1"/>
            <p:nvPr/>
          </p:nvSpPr>
          <p:spPr>
            <a:xfrm>
              <a:off x="8937559" y="3097621"/>
              <a:ext cx="654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 err="1"/>
                <a:t>main</a:t>
              </a:r>
              <a:endParaRPr lang="nl-NL" noProof="0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F935477-6758-047E-D198-CE3FF121E63A}"/>
                </a:ext>
              </a:extLst>
            </p:cNvPr>
            <p:cNvCxnSpPr>
              <a:cxnSpLocks/>
            </p:cNvCxnSpPr>
            <p:nvPr/>
          </p:nvCxnSpPr>
          <p:spPr>
            <a:xfrm>
              <a:off x="887104" y="3282287"/>
              <a:ext cx="79429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CCD3121-8431-EFB4-E179-9E4CACE1AE34}"/>
                </a:ext>
              </a:extLst>
            </p:cNvPr>
            <p:cNvSpPr/>
            <p:nvPr/>
          </p:nvSpPr>
          <p:spPr>
            <a:xfrm>
              <a:off x="831944" y="3669071"/>
              <a:ext cx="1112293" cy="6426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nl-NL" sz="1600" b="1" noProof="0" dirty="0"/>
                <a:t>todo.txt</a:t>
              </a:r>
            </a:p>
            <a:p>
              <a:r>
                <a:rPr lang="nl-NL" sz="1600" noProof="0" dirty="0"/>
                <a:t>shopping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392C82-F301-48DE-41D2-48380C58A62C}"/>
                </a:ext>
              </a:extLst>
            </p:cNvPr>
            <p:cNvSpPr/>
            <p:nvPr/>
          </p:nvSpPr>
          <p:spPr>
            <a:xfrm>
              <a:off x="6096000" y="3570126"/>
              <a:ext cx="1112293" cy="8404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nl-NL" sz="1600" b="1" noProof="0" dirty="0"/>
                <a:t>todo.txt</a:t>
              </a:r>
            </a:p>
            <a:p>
              <a:r>
                <a:rPr lang="nl-NL" sz="1600" noProof="0" dirty="0"/>
                <a:t>shopping</a:t>
              </a:r>
            </a:p>
            <a:p>
              <a:r>
                <a:rPr lang="nl-NL" sz="1600" dirty="0" err="1">
                  <a:solidFill>
                    <a:schemeClr val="tx1"/>
                  </a:solidFill>
                </a:rPr>
                <a:t>to</a:t>
              </a:r>
              <a:r>
                <a:rPr lang="nl-NL" sz="1600" dirty="0">
                  <a:solidFill>
                    <a:schemeClr val="tx1"/>
                  </a:solidFill>
                </a:rPr>
                <a:t> </a:t>
              </a:r>
              <a:r>
                <a:rPr lang="nl-NL" sz="1600" dirty="0" err="1">
                  <a:solidFill>
                    <a:schemeClr val="tx1"/>
                  </a:solidFill>
                </a:rPr>
                <a:t>the</a:t>
              </a:r>
              <a:r>
                <a:rPr lang="nl-NL" sz="1600" dirty="0">
                  <a:solidFill>
                    <a:schemeClr val="tx1"/>
                  </a:solidFill>
                </a:rPr>
                <a:t> gym</a:t>
              </a:r>
              <a:endParaRPr lang="nl-NL" sz="1600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735E1CD-A498-974F-CC04-50D02485835E}"/>
                </a:ext>
              </a:extLst>
            </p:cNvPr>
            <p:cNvCxnSpPr>
              <a:cxnSpLocks/>
            </p:cNvCxnSpPr>
            <p:nvPr/>
          </p:nvCxnSpPr>
          <p:spPr>
            <a:xfrm>
              <a:off x="3050275" y="4790364"/>
              <a:ext cx="57798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8E3C43-56F8-30C0-57E4-BAE3DB076683}"/>
                </a:ext>
              </a:extLst>
            </p:cNvPr>
            <p:cNvCxnSpPr/>
            <p:nvPr/>
          </p:nvCxnSpPr>
          <p:spPr>
            <a:xfrm flipV="1">
              <a:off x="3050275" y="3282287"/>
              <a:ext cx="0" cy="150807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84FABE7-2290-C6ED-8601-37F86ED1E2FA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1388091" y="3282287"/>
              <a:ext cx="0" cy="386784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C5B5F48-FF4A-FDAD-269E-BC09A8A0AA13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4281022" y="4790364"/>
              <a:ext cx="0" cy="226905"/>
            </a:xfrm>
            <a:prstGeom prst="line">
              <a:avLst/>
            </a:prstGeom>
            <a:ln>
              <a:tailEnd type="oval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D467DD5-1264-8012-454A-951DFCA2E069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H="1" flipV="1">
              <a:off x="6652146" y="4790364"/>
              <a:ext cx="1" cy="234881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1D85A52-8DC3-B640-888D-B8468B9E3ED6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H="1" flipV="1">
              <a:off x="6652146" y="3282287"/>
              <a:ext cx="1" cy="287839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DAF1C3C-DC52-AE2B-5CBC-70FFD3053600}"/>
              </a:ext>
            </a:extLst>
          </p:cNvPr>
          <p:cNvSpPr txBox="1"/>
          <p:nvPr/>
        </p:nvSpPr>
        <p:spPr>
          <a:xfrm>
            <a:off x="3587544" y="5432848"/>
            <a:ext cx="2697139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nl-NL" sz="1800" b="1" noProof="0" dirty="0">
                <a:cs typeface="Courier New" panose="02070309020205020404" pitchFamily="49" charset="0"/>
              </a:rPr>
              <a:t>Geen conflict:</a:t>
            </a:r>
          </a:p>
          <a:p>
            <a:pPr marL="0" indent="0" algn="ctr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Wijziging op </a:t>
            </a:r>
            <a:r>
              <a:rPr lang="nl-NL" sz="1800" u="sng" noProof="0" dirty="0">
                <a:cs typeface="Courier New" panose="02070309020205020404" pitchFamily="49" charset="0"/>
              </a:rPr>
              <a:t>één </a:t>
            </a:r>
            <a:r>
              <a:rPr lang="nl-NL" sz="1800" u="sng" noProof="0" dirty="0" err="1">
                <a:cs typeface="Courier New" panose="02070309020205020404" pitchFamily="49" charset="0"/>
              </a:rPr>
              <a:t>branch</a:t>
            </a:r>
            <a:r>
              <a:rPr lang="nl-NL" sz="1800" noProof="0" dirty="0">
                <a:cs typeface="Courier New" panose="02070309020205020404" pitchFamily="49" charset="0"/>
              </a:rPr>
              <a:t>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091D481-5FA4-B85D-A866-6C0047660DEF}"/>
              </a:ext>
            </a:extLst>
          </p:cNvPr>
          <p:cNvCxnSpPr/>
          <p:nvPr/>
        </p:nvCxnSpPr>
        <p:spPr>
          <a:xfrm flipV="1">
            <a:off x="4936114" y="2827418"/>
            <a:ext cx="0" cy="15080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2794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CEF3D-F34A-64F0-D197-6933098F3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3A0FA-09B5-55B8-3F12-2703C98D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Wat is een conflict?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93F9807-00A3-062D-63F3-A18A954F9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852182" cy="4720696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Branches staan kunnen los van elkaar wijzigen.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Wijzigingen kunnen strijdig met elkaar zijn.</a:t>
            </a:r>
          </a:p>
          <a:p>
            <a:pPr>
              <a:buFontTx/>
              <a:buChar char="-"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endParaRPr lang="nl-NL" sz="1800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endParaRPr lang="nl-NL" sz="1800" noProof="0" dirty="0">
              <a:cs typeface="Courier New" panose="02070309020205020404" pitchFamily="49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B3F30F7-05F4-6792-401F-B735A384E934}"/>
              </a:ext>
            </a:extLst>
          </p:cNvPr>
          <p:cNvGrpSpPr/>
          <p:nvPr/>
        </p:nvGrpSpPr>
        <p:grpSpPr>
          <a:xfrm>
            <a:off x="1487036" y="2642752"/>
            <a:ext cx="9021642" cy="2758981"/>
            <a:chOff x="831944" y="3097621"/>
            <a:chExt cx="9021642" cy="275898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72F890E-3C96-A4C3-B9D3-C6920BAB2EA0}"/>
                </a:ext>
              </a:extLst>
            </p:cNvPr>
            <p:cNvSpPr/>
            <p:nvPr/>
          </p:nvSpPr>
          <p:spPr>
            <a:xfrm>
              <a:off x="3758995" y="5017269"/>
              <a:ext cx="1044054" cy="6056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nl-NL" sz="1600" b="1" noProof="0" dirty="0"/>
                <a:t>shop.txt</a:t>
              </a:r>
            </a:p>
            <a:p>
              <a:r>
                <a:rPr lang="nl-NL" sz="1600" noProof="0" dirty="0">
                  <a:solidFill>
                    <a:schemeClr val="tx1"/>
                  </a:solidFill>
                </a:rPr>
                <a:t>pizza</a:t>
              </a:r>
            </a:p>
            <a:p>
              <a:endParaRPr lang="nl-NL" sz="1600" noProof="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3ACCD11-3C05-69A3-F0F5-8042DE00D141}"/>
                </a:ext>
              </a:extLst>
            </p:cNvPr>
            <p:cNvSpPr/>
            <p:nvPr/>
          </p:nvSpPr>
          <p:spPr>
            <a:xfrm>
              <a:off x="6096000" y="5025245"/>
              <a:ext cx="1112293" cy="83135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nl-NL" sz="1600" b="1" noProof="0" dirty="0"/>
                <a:t>todo.txt</a:t>
              </a:r>
            </a:p>
            <a:p>
              <a:r>
                <a:rPr lang="nl-NL" sz="1600" noProof="0" dirty="0">
                  <a:solidFill>
                    <a:schemeClr val="tx1"/>
                  </a:solidFill>
                </a:rPr>
                <a:t>shopping</a:t>
              </a:r>
            </a:p>
            <a:p>
              <a:r>
                <a:rPr lang="nl-NL" sz="1600" dirty="0">
                  <a:solidFill>
                    <a:schemeClr val="accent2">
                      <a:lumMod val="75000"/>
                    </a:schemeClr>
                  </a:solidFill>
                </a:rPr>
                <a:t>cleaning</a:t>
              </a:r>
              <a:endParaRPr lang="nl-NL" sz="1600" noProof="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D36E3C4-33F8-8F44-C651-36F6B063F2C3}"/>
                </a:ext>
              </a:extLst>
            </p:cNvPr>
            <p:cNvSpPr txBox="1"/>
            <p:nvPr/>
          </p:nvSpPr>
          <p:spPr>
            <a:xfrm>
              <a:off x="8918907" y="4605698"/>
              <a:ext cx="9346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 err="1"/>
                <a:t>develop</a:t>
              </a:r>
              <a:endParaRPr lang="nl-NL" noProof="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35A97D2-2FE7-008F-B362-D0602AC90F59}"/>
                </a:ext>
              </a:extLst>
            </p:cNvPr>
            <p:cNvSpPr txBox="1"/>
            <p:nvPr/>
          </p:nvSpPr>
          <p:spPr>
            <a:xfrm>
              <a:off x="8937559" y="3097621"/>
              <a:ext cx="654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 err="1"/>
                <a:t>main</a:t>
              </a:r>
              <a:endParaRPr lang="nl-NL" noProof="0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4508829-C88A-B931-8F28-B1A22DC9BF41}"/>
                </a:ext>
              </a:extLst>
            </p:cNvPr>
            <p:cNvCxnSpPr>
              <a:cxnSpLocks/>
            </p:cNvCxnSpPr>
            <p:nvPr/>
          </p:nvCxnSpPr>
          <p:spPr>
            <a:xfrm>
              <a:off x="887104" y="3282287"/>
              <a:ext cx="79429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8A379B4-BEE1-EA81-9E8F-71AF243BE8F3}"/>
                </a:ext>
              </a:extLst>
            </p:cNvPr>
            <p:cNvSpPr/>
            <p:nvPr/>
          </p:nvSpPr>
          <p:spPr>
            <a:xfrm>
              <a:off x="831944" y="3669071"/>
              <a:ext cx="1112293" cy="6426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nl-NL" sz="1600" b="1" noProof="0" dirty="0"/>
                <a:t>todo.txt</a:t>
              </a:r>
            </a:p>
            <a:p>
              <a:r>
                <a:rPr lang="nl-NL" sz="1600" noProof="0" dirty="0"/>
                <a:t>shopping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29C0D47-291F-47CE-5DBC-4586CF8E5EC2}"/>
                </a:ext>
              </a:extLst>
            </p:cNvPr>
            <p:cNvSpPr/>
            <p:nvPr/>
          </p:nvSpPr>
          <p:spPr>
            <a:xfrm>
              <a:off x="6096000" y="3570126"/>
              <a:ext cx="1112293" cy="84049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nl-NL" sz="1600" b="1" noProof="0" dirty="0"/>
                <a:t>todo.txt</a:t>
              </a:r>
            </a:p>
            <a:p>
              <a:r>
                <a:rPr lang="nl-NL" sz="1600" noProof="0" dirty="0"/>
                <a:t>shopping</a:t>
              </a:r>
            </a:p>
            <a:p>
              <a:r>
                <a:rPr lang="nl-NL" sz="1600" dirty="0" err="1">
                  <a:solidFill>
                    <a:schemeClr val="accent2">
                      <a:lumMod val="75000"/>
                    </a:schemeClr>
                  </a:solidFill>
                </a:rPr>
                <a:t>to</a:t>
              </a:r>
              <a:r>
                <a:rPr lang="nl-NL" sz="1600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lang="nl-NL" sz="1600" dirty="0" err="1">
                  <a:solidFill>
                    <a:schemeClr val="accent2">
                      <a:lumMod val="75000"/>
                    </a:schemeClr>
                  </a:solidFill>
                </a:rPr>
                <a:t>the</a:t>
              </a:r>
              <a:r>
                <a:rPr lang="nl-NL" sz="1600" dirty="0">
                  <a:solidFill>
                    <a:schemeClr val="accent2">
                      <a:lumMod val="75000"/>
                    </a:schemeClr>
                  </a:solidFill>
                </a:rPr>
                <a:t> gym</a:t>
              </a:r>
              <a:endParaRPr lang="nl-NL" sz="1600" noProof="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FC360DC-3846-F79E-97CF-3B34FDA2442D}"/>
                </a:ext>
              </a:extLst>
            </p:cNvPr>
            <p:cNvCxnSpPr>
              <a:cxnSpLocks/>
            </p:cNvCxnSpPr>
            <p:nvPr/>
          </p:nvCxnSpPr>
          <p:spPr>
            <a:xfrm>
              <a:off x="3050275" y="4790364"/>
              <a:ext cx="57798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1853FBC-7151-9541-4360-E2F80BFCA09F}"/>
                </a:ext>
              </a:extLst>
            </p:cNvPr>
            <p:cNvCxnSpPr/>
            <p:nvPr/>
          </p:nvCxnSpPr>
          <p:spPr>
            <a:xfrm flipV="1">
              <a:off x="3050275" y="3282287"/>
              <a:ext cx="0" cy="150807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B683F99-387E-82BC-EBFF-BC25A6DFEEC1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1388091" y="3282287"/>
              <a:ext cx="0" cy="386784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8A0B669-A91A-7932-E11B-A78FE8C55257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4281022" y="4790364"/>
              <a:ext cx="0" cy="226905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764E734-15D5-F432-11FB-BC1BBB5C9706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H="1" flipV="1">
              <a:off x="6652146" y="4790364"/>
              <a:ext cx="1" cy="234881"/>
            </a:xfrm>
            <a:prstGeom prst="line">
              <a:avLst/>
            </a:prstGeom>
            <a:ln>
              <a:tailEnd type="oval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BC0A7DC-9719-CFD6-E638-53EED0D6E394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H="1" flipV="1">
              <a:off x="6652146" y="3282287"/>
              <a:ext cx="1" cy="287839"/>
            </a:xfrm>
            <a:prstGeom prst="line">
              <a:avLst/>
            </a:prstGeom>
            <a:ln>
              <a:tailEnd type="oval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E9FD7A9-7316-6B57-19AF-27FAE988EE14}"/>
              </a:ext>
            </a:extLst>
          </p:cNvPr>
          <p:cNvSpPr txBox="1"/>
          <p:nvPr/>
        </p:nvSpPr>
        <p:spPr>
          <a:xfrm>
            <a:off x="5820342" y="5749389"/>
            <a:ext cx="297379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nl-NL" sz="1800" b="1" noProof="0" dirty="0">
                <a:cs typeface="Courier New" panose="02070309020205020404" pitchFamily="49" charset="0"/>
              </a:rPr>
              <a:t>Conflict:</a:t>
            </a:r>
          </a:p>
          <a:p>
            <a:pPr marL="0" indent="0" algn="ctr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Wijziging op </a:t>
            </a:r>
            <a:r>
              <a:rPr lang="nl-NL" sz="1800" u="sng" noProof="0" dirty="0">
                <a:cs typeface="Courier New" panose="02070309020205020404" pitchFamily="49" charset="0"/>
              </a:rPr>
              <a:t>beide branches</a:t>
            </a:r>
            <a:r>
              <a:rPr lang="nl-NL" sz="1800" noProof="0" dirty="0">
                <a:cs typeface="Courier New" panose="020703090202050204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73853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E543B-55C1-6758-420F-A37CC0D96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684A1-E66F-6898-EE26-CB8481E80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Conflicten oplossen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C46C58D-5CB0-C7C2-76FB-3B956F088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5520398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b="1" noProof="0" dirty="0">
                <a:cs typeface="Courier New" panose="02070309020205020404" pitchFamily="49" charset="0"/>
              </a:rPr>
              <a:t>Bij gewijzigde bestanden: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Open bestanden waarin conflicten zijn opgetreden.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Kies per conflict welke wijzigingen je wilt houden</a:t>
            </a:r>
            <a:r>
              <a:rPr lang="nl-NL" sz="1800" dirty="0">
                <a:cs typeface="Courier New" panose="02070309020205020404" pitchFamily="49" charset="0"/>
              </a:rPr>
              <a:t>.</a:t>
            </a:r>
            <a:endParaRPr lang="nl-NL" sz="1800" noProof="0" dirty="0"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18F556-B906-F20A-4FB4-377F5FD70207}"/>
              </a:ext>
            </a:extLst>
          </p:cNvPr>
          <p:cNvSpPr/>
          <p:nvPr/>
        </p:nvSpPr>
        <p:spPr>
          <a:xfrm>
            <a:off x="8220985" y="1456267"/>
            <a:ext cx="3132815" cy="21734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288000" tIns="72000" rIns="288000" bIns="72000" rtlCol="0" anchor="ctr"/>
          <a:lstStyle/>
          <a:p>
            <a:r>
              <a:rPr lang="nl-NL" sz="16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shopping</a:t>
            </a:r>
          </a:p>
          <a:p>
            <a:r>
              <a:rPr lang="nl-NL" sz="16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&lt;&lt;&lt;&lt;&lt;&lt;&lt; HEAD</a:t>
            </a:r>
          </a:p>
          <a:p>
            <a:r>
              <a:rPr lang="nl-NL" sz="1600" noProof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nl-NL" sz="16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noProof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nl-NL" sz="16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gym</a:t>
            </a:r>
          </a:p>
          <a:p>
            <a:r>
              <a:rPr lang="nl-NL" sz="16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=======</a:t>
            </a:r>
          </a:p>
          <a:p>
            <a:r>
              <a:rPr lang="nl-NL" sz="16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cleaning</a:t>
            </a:r>
          </a:p>
          <a:p>
            <a:r>
              <a:rPr lang="nl-NL" sz="16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&gt;&gt;&gt;&gt;&gt;&gt;&gt; </a:t>
            </a:r>
            <a:r>
              <a:rPr lang="nl-NL" sz="1600" noProof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develop</a:t>
            </a:r>
            <a:endParaRPr lang="nl-NL" sz="1600" noProof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6303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A81EF-5338-1130-1E48-B3E226D08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ED8F7-CBEA-6B14-5F13-6ED2AFB64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Conflicten oplossen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2B00B4-ACD8-E643-4097-5074D9F7D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5520398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b="1" noProof="0" dirty="0">
                <a:cs typeface="Courier New" panose="02070309020205020404" pitchFamily="49" charset="0"/>
              </a:rPr>
              <a:t>Bij gewijzigde bestanden: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Open bestanden waarin conflicten zijn opgetreden.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Kies per conflict welke wijzigingen je wilt houden.</a:t>
            </a: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b="1" noProof="0" dirty="0">
                <a:cs typeface="Courier New" panose="02070309020205020404" pitchFamily="49" charset="0"/>
              </a:rPr>
              <a:t>Bij verwijderde bestanden: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Om het bestand te herstellen:</a:t>
            </a:r>
          </a:p>
          <a:p>
            <a:pPr marL="0" indent="0">
              <a:buNone/>
            </a:pP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git </a:t>
            </a:r>
            <a:r>
              <a:rPr lang="nl-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&lt;bestand&gt;</a:t>
            </a:r>
            <a:endParaRPr lang="nl-NL" sz="1800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Doe niets als je het bestand wilt verwijderen.</a:t>
            </a: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b="1" noProof="0" dirty="0">
                <a:cs typeface="Courier New" panose="02070309020205020404" pitchFamily="49" charset="0"/>
              </a:rPr>
              <a:t>Tot slot: commit de wijzigingen!</a:t>
            </a:r>
          </a:p>
          <a:p>
            <a:pPr>
              <a:buFontTx/>
              <a:buChar char="-"/>
            </a:pPr>
            <a:endParaRPr lang="nl-NL" sz="1800" noProof="0" dirty="0"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9F6B7C-0B16-A930-2F6D-60B6EED38F25}"/>
              </a:ext>
            </a:extLst>
          </p:cNvPr>
          <p:cNvSpPr/>
          <p:nvPr/>
        </p:nvSpPr>
        <p:spPr>
          <a:xfrm>
            <a:off x="8220985" y="1456267"/>
            <a:ext cx="3132815" cy="21734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288000" tIns="72000" rIns="288000" bIns="72000" rtlCol="0" anchor="ctr"/>
          <a:lstStyle/>
          <a:p>
            <a:r>
              <a:rPr lang="nl-NL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shopping</a:t>
            </a:r>
          </a:p>
          <a:p>
            <a:r>
              <a:rPr lang="nl-NL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&lt;&lt;&lt;&lt;&lt;&lt;&lt; HEAD</a:t>
            </a:r>
          </a:p>
          <a:p>
            <a:r>
              <a:rPr lang="nl-NL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nl-NL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nl-NL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gym</a:t>
            </a:r>
          </a:p>
          <a:p>
            <a:r>
              <a:rPr lang="nl-NL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=======</a:t>
            </a:r>
          </a:p>
          <a:p>
            <a:r>
              <a:rPr lang="nl-NL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cleaning</a:t>
            </a:r>
          </a:p>
          <a:p>
            <a:r>
              <a:rPr lang="nl-NL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&gt;&gt;&gt;&gt;&gt;&gt;&gt; </a:t>
            </a:r>
            <a:r>
              <a:rPr lang="nl-NL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develop</a:t>
            </a:r>
            <a:endParaRPr lang="nl-NL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91CA9A-A513-934A-E497-C7F119C98419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merge conflict</a:t>
            </a:r>
          </a:p>
        </p:txBody>
      </p:sp>
    </p:spTree>
    <p:extLst>
      <p:ext uri="{BB962C8B-B14F-4D97-AF65-F5344CB8AC3E}">
        <p14:creationId xmlns:p14="http://schemas.microsoft.com/office/powerpoint/2010/main" val="33029838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B7076-4C9C-5195-A79C-4133B1584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Explosion: 14 Points 51">
            <a:extLst>
              <a:ext uri="{FF2B5EF4-FFF2-40B4-BE49-F238E27FC236}">
                <a16:creationId xmlns:a16="http://schemas.microsoft.com/office/drawing/2014/main" id="{38171959-7756-790E-3E34-6440F4CD0552}"/>
              </a:ext>
            </a:extLst>
          </p:cNvPr>
          <p:cNvSpPr/>
          <p:nvPr/>
        </p:nvSpPr>
        <p:spPr>
          <a:xfrm>
            <a:off x="7974789" y="2370917"/>
            <a:ext cx="778179" cy="774542"/>
          </a:xfrm>
          <a:prstGeom prst="irregularSeal2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F1DDF26-A6DE-88F6-3861-083535309E29}"/>
              </a:ext>
            </a:extLst>
          </p:cNvPr>
          <p:cNvCxnSpPr>
            <a:cxnSpLocks/>
          </p:cNvCxnSpPr>
          <p:nvPr/>
        </p:nvCxnSpPr>
        <p:spPr>
          <a:xfrm>
            <a:off x="1744394" y="2758192"/>
            <a:ext cx="8088437" cy="5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3A5E193-08B6-CE3C-7B30-6E9FA805B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Waar los je conflicten op?</a:t>
            </a:r>
            <a:endParaRPr lang="nl-NL" sz="3600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CBED75-95BA-575C-6C2F-37DAC42C8C29}"/>
              </a:ext>
            </a:extLst>
          </p:cNvPr>
          <p:cNvSpPr txBox="1"/>
          <p:nvPr/>
        </p:nvSpPr>
        <p:spPr>
          <a:xfrm>
            <a:off x="5030775" y="1995858"/>
            <a:ext cx="934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noProof="0" dirty="0" err="1"/>
              <a:t>develop</a:t>
            </a:r>
            <a:endParaRPr lang="nl-NL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8231235-C079-209F-AAAD-A712AB77D59C}"/>
              </a:ext>
            </a:extLst>
          </p:cNvPr>
          <p:cNvSpPr/>
          <p:nvPr/>
        </p:nvSpPr>
        <p:spPr>
          <a:xfrm>
            <a:off x="2793887" y="2604122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C</a:t>
            </a:r>
            <a:endParaRPr lang="nl-NL" noProof="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6E2B5A-AF2A-345B-D842-0D8F1797F5F4}"/>
              </a:ext>
            </a:extLst>
          </p:cNvPr>
          <p:cNvSpPr txBox="1"/>
          <p:nvPr/>
        </p:nvSpPr>
        <p:spPr>
          <a:xfrm>
            <a:off x="4687038" y="4412762"/>
            <a:ext cx="2001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noProof="0" dirty="0"/>
              <a:t>feature/unit-tests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D1125D4-05C8-C4BC-673F-86D58F46FC98}"/>
              </a:ext>
            </a:extLst>
          </p:cNvPr>
          <p:cNvSpPr/>
          <p:nvPr/>
        </p:nvSpPr>
        <p:spPr>
          <a:xfrm>
            <a:off x="4094324" y="3770570"/>
            <a:ext cx="323160" cy="32220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D78CD22-FB42-7784-D588-9F3B641C5818}"/>
              </a:ext>
            </a:extLst>
          </p:cNvPr>
          <p:cNvSpPr/>
          <p:nvPr/>
        </p:nvSpPr>
        <p:spPr>
          <a:xfrm>
            <a:off x="8184230" y="2604119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M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9905D22-E3F8-7C30-852C-46599318AAB3}"/>
              </a:ext>
            </a:extLst>
          </p:cNvPr>
          <p:cNvSpPr/>
          <p:nvPr/>
        </p:nvSpPr>
        <p:spPr>
          <a:xfrm>
            <a:off x="3916922" y="2604120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C</a:t>
            </a:r>
            <a:endParaRPr lang="nl-NL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E022C6A-45F4-18BF-C81A-B0E106F6C423}"/>
              </a:ext>
            </a:extLst>
          </p:cNvPr>
          <p:cNvSpPr/>
          <p:nvPr/>
        </p:nvSpPr>
        <p:spPr>
          <a:xfrm>
            <a:off x="5357970" y="2604119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C</a:t>
            </a:r>
            <a:endParaRPr lang="nl-NL" noProof="0" dirty="0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E4B06D45-B7B7-4E5F-B3F9-300038C7F692}"/>
              </a:ext>
            </a:extLst>
          </p:cNvPr>
          <p:cNvCxnSpPr>
            <a:cxnSpLocks/>
            <a:stCxn id="19" idx="4"/>
            <a:endCxn id="3" idx="2"/>
          </p:cNvCxnSpPr>
          <p:nvPr/>
        </p:nvCxnSpPr>
        <p:spPr>
          <a:xfrm rot="16200000" flipH="1">
            <a:off x="3022223" y="2859572"/>
            <a:ext cx="1005345" cy="113885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9BF25879-0870-83BF-B0BC-56B677B5D5CC}"/>
              </a:ext>
            </a:extLst>
          </p:cNvPr>
          <p:cNvCxnSpPr>
            <a:cxnSpLocks/>
            <a:stCxn id="3" idx="6"/>
            <a:endCxn id="6" idx="4"/>
          </p:cNvCxnSpPr>
          <p:nvPr/>
        </p:nvCxnSpPr>
        <p:spPr>
          <a:xfrm flipV="1">
            <a:off x="4417484" y="2926326"/>
            <a:ext cx="3928326" cy="100534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D6FDCEA-F982-C7E6-273A-D72A88063D8C}"/>
              </a:ext>
            </a:extLst>
          </p:cNvPr>
          <p:cNvSpPr txBox="1"/>
          <p:nvPr/>
        </p:nvSpPr>
        <p:spPr>
          <a:xfrm>
            <a:off x="8363879" y="3140831"/>
            <a:ext cx="1516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merge</a:t>
            </a:r>
            <a:r>
              <a:rPr lang="nl-NL" dirty="0"/>
              <a:t> feature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D8C6623-C92C-6D22-FB3A-4A002FFFCB9A}"/>
              </a:ext>
            </a:extLst>
          </p:cNvPr>
          <p:cNvSpPr/>
          <p:nvPr/>
        </p:nvSpPr>
        <p:spPr>
          <a:xfrm>
            <a:off x="5688034" y="3770570"/>
            <a:ext cx="323160" cy="32220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76039383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361C9-D5AC-5C2A-C8E0-254CB1B12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47B71F0-6C98-B613-24A1-C098ED063701}"/>
              </a:ext>
            </a:extLst>
          </p:cNvPr>
          <p:cNvCxnSpPr>
            <a:cxnSpLocks/>
          </p:cNvCxnSpPr>
          <p:nvPr/>
        </p:nvCxnSpPr>
        <p:spPr>
          <a:xfrm>
            <a:off x="1744394" y="2758192"/>
            <a:ext cx="8088437" cy="5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FA58BC-FF87-5B67-2AF7-D681B62D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Waar los je conflicten op?</a:t>
            </a:r>
            <a:endParaRPr lang="nl-NL" sz="3600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2B2166-7D13-1FD9-97B2-3E43052E46A9}"/>
              </a:ext>
            </a:extLst>
          </p:cNvPr>
          <p:cNvSpPr txBox="1"/>
          <p:nvPr/>
        </p:nvSpPr>
        <p:spPr>
          <a:xfrm>
            <a:off x="5030775" y="1995858"/>
            <a:ext cx="934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noProof="0" dirty="0" err="1"/>
              <a:t>develop</a:t>
            </a:r>
            <a:endParaRPr lang="nl-NL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416188E-F9D0-AA14-A9D0-2FA89D738DC0}"/>
              </a:ext>
            </a:extLst>
          </p:cNvPr>
          <p:cNvSpPr/>
          <p:nvPr/>
        </p:nvSpPr>
        <p:spPr>
          <a:xfrm>
            <a:off x="2793887" y="2604122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C</a:t>
            </a:r>
            <a:endParaRPr lang="nl-NL" noProof="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BD538A0-AD3D-1255-021F-BBB4192F08BA}"/>
              </a:ext>
            </a:extLst>
          </p:cNvPr>
          <p:cNvSpPr/>
          <p:nvPr/>
        </p:nvSpPr>
        <p:spPr>
          <a:xfrm>
            <a:off x="5688034" y="3770570"/>
            <a:ext cx="323160" cy="32220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D08205-0196-C492-F446-F0F97FB41CC5}"/>
              </a:ext>
            </a:extLst>
          </p:cNvPr>
          <p:cNvSpPr txBox="1"/>
          <p:nvPr/>
        </p:nvSpPr>
        <p:spPr>
          <a:xfrm>
            <a:off x="4687038" y="4412762"/>
            <a:ext cx="2001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noProof="0" dirty="0"/>
              <a:t>feature/unit-tests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50F5A03-0DAB-BE6D-BA77-06EF005F23D9}"/>
              </a:ext>
            </a:extLst>
          </p:cNvPr>
          <p:cNvSpPr/>
          <p:nvPr/>
        </p:nvSpPr>
        <p:spPr>
          <a:xfrm>
            <a:off x="4094324" y="3770570"/>
            <a:ext cx="323160" cy="32220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C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C695C64-ECAB-6400-9AEA-17C7B80803FA}"/>
              </a:ext>
            </a:extLst>
          </p:cNvPr>
          <p:cNvSpPr/>
          <p:nvPr/>
        </p:nvSpPr>
        <p:spPr>
          <a:xfrm>
            <a:off x="7152598" y="3770569"/>
            <a:ext cx="323160" cy="32220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AB69B4-3F1B-3567-26EA-612D3BCE56BA}"/>
              </a:ext>
            </a:extLst>
          </p:cNvPr>
          <p:cNvSpPr/>
          <p:nvPr/>
        </p:nvSpPr>
        <p:spPr>
          <a:xfrm>
            <a:off x="8184230" y="2604119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M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61812A3-74C3-5DED-E6AC-6D4095EF3685}"/>
              </a:ext>
            </a:extLst>
          </p:cNvPr>
          <p:cNvSpPr/>
          <p:nvPr/>
        </p:nvSpPr>
        <p:spPr>
          <a:xfrm>
            <a:off x="3916922" y="2604120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C</a:t>
            </a:r>
            <a:endParaRPr lang="nl-NL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E05E4B4-A8ED-5F3D-3E96-A3CE2860D467}"/>
              </a:ext>
            </a:extLst>
          </p:cNvPr>
          <p:cNvSpPr/>
          <p:nvPr/>
        </p:nvSpPr>
        <p:spPr>
          <a:xfrm>
            <a:off x="5357970" y="2604119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C</a:t>
            </a:r>
            <a:endParaRPr lang="nl-NL" noProof="0" dirty="0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0C61ABA4-97FE-967E-0373-BFD2F06ED8B3}"/>
              </a:ext>
            </a:extLst>
          </p:cNvPr>
          <p:cNvCxnSpPr>
            <a:cxnSpLocks/>
            <a:stCxn id="19" idx="4"/>
            <a:endCxn id="3" idx="2"/>
          </p:cNvCxnSpPr>
          <p:nvPr/>
        </p:nvCxnSpPr>
        <p:spPr>
          <a:xfrm rot="16200000" flipH="1">
            <a:off x="3022223" y="2859572"/>
            <a:ext cx="1005345" cy="113885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06E1085-7B31-DECB-7FF7-15755300F21B}"/>
              </a:ext>
            </a:extLst>
          </p:cNvPr>
          <p:cNvCxnSpPr>
            <a:stCxn id="3" idx="6"/>
            <a:endCxn id="23" idx="2"/>
          </p:cNvCxnSpPr>
          <p:nvPr/>
        </p:nvCxnSpPr>
        <p:spPr>
          <a:xfrm>
            <a:off x="4417484" y="3931674"/>
            <a:ext cx="127055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F6743CD-7A32-26FB-685A-BD150B1BBF01}"/>
              </a:ext>
            </a:extLst>
          </p:cNvPr>
          <p:cNvCxnSpPr>
            <a:stCxn id="23" idx="6"/>
            <a:endCxn id="4" idx="2"/>
          </p:cNvCxnSpPr>
          <p:nvPr/>
        </p:nvCxnSpPr>
        <p:spPr>
          <a:xfrm flipV="1">
            <a:off x="6011194" y="3931673"/>
            <a:ext cx="1141404" cy="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22299C49-3267-4FB8-23E1-068F1DD0BEAE}"/>
              </a:ext>
            </a:extLst>
          </p:cNvPr>
          <p:cNvCxnSpPr>
            <a:stCxn id="4" idx="6"/>
            <a:endCxn id="6" idx="4"/>
          </p:cNvCxnSpPr>
          <p:nvPr/>
        </p:nvCxnSpPr>
        <p:spPr>
          <a:xfrm flipV="1">
            <a:off x="7475758" y="2926326"/>
            <a:ext cx="870052" cy="10053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AE8154D0-A3AD-3E49-57E1-D2950C46D9E1}"/>
              </a:ext>
            </a:extLst>
          </p:cNvPr>
          <p:cNvCxnSpPr>
            <a:stCxn id="26" idx="6"/>
            <a:endCxn id="4" idx="2"/>
          </p:cNvCxnSpPr>
          <p:nvPr/>
        </p:nvCxnSpPr>
        <p:spPr>
          <a:xfrm>
            <a:off x="5681130" y="2765223"/>
            <a:ext cx="1471468" cy="1166450"/>
          </a:xfrm>
          <a:prstGeom prst="bentConnector3">
            <a:avLst>
              <a:gd name="adj1" fmla="val 78203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D3180F2-2F03-DDEC-91FB-5E512883C020}"/>
              </a:ext>
            </a:extLst>
          </p:cNvPr>
          <p:cNvSpPr txBox="1"/>
          <p:nvPr/>
        </p:nvSpPr>
        <p:spPr>
          <a:xfrm>
            <a:off x="5220398" y="3163782"/>
            <a:ext cx="1586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solidFill>
                  <a:schemeClr val="accent6">
                    <a:lumMod val="75000"/>
                  </a:schemeClr>
                </a:solidFill>
              </a:rPr>
              <a:t>merge</a:t>
            </a:r>
            <a:r>
              <a:rPr lang="nl-NL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accent6">
                    <a:lumMod val="75000"/>
                  </a:schemeClr>
                </a:solidFill>
              </a:rPr>
              <a:t>develop</a:t>
            </a:r>
            <a:endParaRPr lang="nl-NL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296F20-97E4-1A46-5DFE-A1D12F76AD59}"/>
              </a:ext>
            </a:extLst>
          </p:cNvPr>
          <p:cNvSpPr txBox="1"/>
          <p:nvPr/>
        </p:nvSpPr>
        <p:spPr>
          <a:xfrm>
            <a:off x="8363879" y="3140831"/>
            <a:ext cx="1516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merge</a:t>
            </a:r>
            <a:r>
              <a:rPr lang="nl-NL" dirty="0"/>
              <a:t> feature</a:t>
            </a:r>
          </a:p>
        </p:txBody>
      </p:sp>
      <p:sp>
        <p:nvSpPr>
          <p:cNvPr id="7" name="Explosion: 14 Points 6">
            <a:extLst>
              <a:ext uri="{FF2B5EF4-FFF2-40B4-BE49-F238E27FC236}">
                <a16:creationId xmlns:a16="http://schemas.microsoft.com/office/drawing/2014/main" id="{098BF1F5-F507-8E5D-C335-E5EA004A24B4}"/>
              </a:ext>
            </a:extLst>
          </p:cNvPr>
          <p:cNvSpPr/>
          <p:nvPr/>
        </p:nvSpPr>
        <p:spPr>
          <a:xfrm>
            <a:off x="6948513" y="3533114"/>
            <a:ext cx="778179" cy="774542"/>
          </a:xfrm>
          <a:prstGeom prst="irregularSeal2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445000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4384</TotalTime>
  <Words>2507</Words>
  <Application>Microsoft Office PowerPoint</Application>
  <PresentationFormat>Widescreen</PresentationFormat>
  <Paragraphs>878</Paragraphs>
  <Slides>67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2" baseType="lpstr">
      <vt:lpstr>Arial</vt:lpstr>
      <vt:lpstr>Calibri</vt:lpstr>
      <vt:lpstr>Calibri Light</vt:lpstr>
      <vt:lpstr>Courier New</vt:lpstr>
      <vt:lpstr>Office Theme</vt:lpstr>
      <vt:lpstr>Git - Cursus</vt:lpstr>
      <vt:lpstr>Agenda</vt:lpstr>
      <vt:lpstr>Introductie</vt:lpstr>
      <vt:lpstr>Wat is git?</vt:lpstr>
      <vt:lpstr>Waarom git?</vt:lpstr>
      <vt:lpstr>Hoe werkt het?</vt:lpstr>
      <vt:lpstr>Hoe werkt het?</vt:lpstr>
      <vt:lpstr>Hoe werkt het?</vt:lpstr>
      <vt:lpstr>Hoe werkt het?</vt:lpstr>
      <vt:lpstr>Hoe werkt het?</vt:lpstr>
      <vt:lpstr>Hoe werkt het?</vt:lpstr>
      <vt:lpstr>In de praktijk</vt:lpstr>
      <vt:lpstr>Repository aanmaken</vt:lpstr>
      <vt:lpstr>Wijzigingen selecteren</vt:lpstr>
      <vt:lpstr>Wijzigingen vastleggen</vt:lpstr>
      <vt:lpstr>Meer wijzigingen vastleggen</vt:lpstr>
      <vt:lpstr>Onder de motorkap</vt:lpstr>
      <vt:lpstr>Anatomie van een commit</vt:lpstr>
      <vt:lpstr>Anatomie van een commit</vt:lpstr>
      <vt:lpstr>Anatomie van een commit</vt:lpstr>
      <vt:lpstr>Anatomie van een commit</vt:lpstr>
      <vt:lpstr>Anatomie van een commit</vt:lpstr>
      <vt:lpstr>Een goede commit…</vt:lpstr>
      <vt:lpstr>Bestanden negeren</vt:lpstr>
      <vt:lpstr>Bestanden negeren</vt:lpstr>
      <vt:lpstr>Wijzigingen beheren</vt:lpstr>
      <vt:lpstr>Wijzigingen weergeven</vt:lpstr>
      <vt:lpstr>Wijzigingen weergeven</vt:lpstr>
      <vt:lpstr>Wijzigingen ongedaan maken</vt:lpstr>
      <vt:lpstr>Alle wijzigingen ongedaan maken</vt:lpstr>
      <vt:lpstr>Vorige commit bekijken</vt:lpstr>
      <vt:lpstr>Branches</vt:lpstr>
      <vt:lpstr>Branches</vt:lpstr>
      <vt:lpstr>Branches</vt:lpstr>
      <vt:lpstr>Branches</vt:lpstr>
      <vt:lpstr>Branches</vt:lpstr>
      <vt:lpstr>Branches</vt:lpstr>
      <vt:lpstr>Nieuwe branch</vt:lpstr>
      <vt:lpstr>Nieuwe branch</vt:lpstr>
      <vt:lpstr>Nieuwe branch</vt:lpstr>
      <vt:lpstr>Nog even: detached HEAD</vt:lpstr>
      <vt:lpstr>Nog even: detached HEAD</vt:lpstr>
      <vt:lpstr>Nog even: detached HEAD</vt:lpstr>
      <vt:lpstr>Nog even: detached HEAD</vt:lpstr>
      <vt:lpstr>Branches: Samenvatting</vt:lpstr>
      <vt:lpstr>Voorbeeld opzet branches</vt:lpstr>
      <vt:lpstr>Branches mergen</vt:lpstr>
      <vt:lpstr>Merge: Fast forward</vt:lpstr>
      <vt:lpstr>Merge: Fast forward</vt:lpstr>
      <vt:lpstr>Merge: Fast forward</vt:lpstr>
      <vt:lpstr>Merge: Geen Fast Forward</vt:lpstr>
      <vt:lpstr>Merge: Geen Fast Forward</vt:lpstr>
      <vt:lpstr>Merge: Rebase</vt:lpstr>
      <vt:lpstr>Merge: Rebase</vt:lpstr>
      <vt:lpstr>Merge: Rebase</vt:lpstr>
      <vt:lpstr>Merge: Squash</vt:lpstr>
      <vt:lpstr>Merge: Squash</vt:lpstr>
      <vt:lpstr>Merge: Squash</vt:lpstr>
      <vt:lpstr>Merge types en branches</vt:lpstr>
      <vt:lpstr>Merge conflicten</vt:lpstr>
      <vt:lpstr>Wat is een conflict?</vt:lpstr>
      <vt:lpstr>Wat is een conflict?</vt:lpstr>
      <vt:lpstr>Wat is een conflict?</vt:lpstr>
      <vt:lpstr>Conflicten oplossen</vt:lpstr>
      <vt:lpstr>Conflicten oplossen</vt:lpstr>
      <vt:lpstr>Waar los je conflicten op?</vt:lpstr>
      <vt:lpstr>Waar los je conflicten op?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voor Engineers</dc:title>
  <dc:creator>Lukas Koning</dc:creator>
  <cp:lastModifiedBy>Lukas Koning</cp:lastModifiedBy>
  <cp:revision>1213</cp:revision>
  <dcterms:created xsi:type="dcterms:W3CDTF">2022-11-09T07:34:24Z</dcterms:created>
  <dcterms:modified xsi:type="dcterms:W3CDTF">2026-09-28T08:36:58Z</dcterms:modified>
</cp:coreProperties>
</file>