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338" r:id="rId10"/>
    <p:sldId id="350" r:id="rId11"/>
    <p:sldId id="296" r:id="rId12"/>
    <p:sldId id="259" r:id="rId13"/>
    <p:sldId id="268" r:id="rId14"/>
    <p:sldId id="354" r:id="rId15"/>
    <p:sldId id="355" r:id="rId16"/>
    <p:sldId id="356" r:id="rId17"/>
    <p:sldId id="357" r:id="rId18"/>
    <p:sldId id="358" r:id="rId19"/>
    <p:sldId id="361" r:id="rId20"/>
    <p:sldId id="353" r:id="rId21"/>
    <p:sldId id="360" r:id="rId22"/>
    <p:sldId id="363" r:id="rId23"/>
    <p:sldId id="364" r:id="rId24"/>
    <p:sldId id="366" r:id="rId25"/>
    <p:sldId id="369" r:id="rId26"/>
    <p:sldId id="368" r:id="rId27"/>
    <p:sldId id="371" r:id="rId28"/>
    <p:sldId id="372" r:id="rId29"/>
    <p:sldId id="370" r:id="rId30"/>
    <p:sldId id="374" r:id="rId31"/>
    <p:sldId id="362" r:id="rId32"/>
    <p:sldId id="375" r:id="rId33"/>
    <p:sldId id="376" r:id="rId34"/>
    <p:sldId id="359" r:id="rId35"/>
    <p:sldId id="266" r:id="rId36"/>
    <p:sldId id="299" r:id="rId37"/>
    <p:sldId id="278" r:id="rId38"/>
    <p:sldId id="279" r:id="rId39"/>
    <p:sldId id="281" r:id="rId40"/>
    <p:sldId id="282" r:id="rId41"/>
    <p:sldId id="351" r:id="rId4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1" autoAdjust="0"/>
    <p:restoredTop sz="81321" autoAdjust="0"/>
  </p:normalViewPr>
  <p:slideViewPr>
    <p:cSldViewPr snapToGrid="0">
      <p:cViewPr varScale="1">
        <p:scale>
          <a:sx n="62" d="100"/>
          <a:sy n="62" d="100"/>
        </p:scale>
        <p:origin x="792" y="5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package </a:t>
            </a:r>
            <a:r>
              <a:rPr lang="en-US" dirty="0" err="1"/>
              <a:t>opzetten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/>
              <a:t>gebruiken</a:t>
            </a:r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02637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80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.9/libra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2024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Python</a:t>
            </a:r>
            <a:endParaRPr lang="nl-NL" sz="2000" dirty="0"/>
          </a:p>
          <a:p>
            <a:pPr lvl="1">
              <a:spcAft>
                <a:spcPts val="600"/>
              </a:spcAft>
            </a:pPr>
            <a:r>
              <a:rPr lang="nl-NL" sz="1600" noProof="0" dirty="0"/>
              <a:t>Hoe werkt Python?</a:t>
            </a:r>
          </a:p>
          <a:p>
            <a:pPr lvl="1">
              <a:spcAft>
                <a:spcPts val="600"/>
              </a:spcAft>
            </a:pPr>
            <a:r>
              <a:rPr lang="nl-NL" sz="1600" noProof="0" dirty="0"/>
              <a:t>Omgevingen en packages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Ontwikkel omgevingen</a:t>
            </a:r>
            <a:endParaRPr lang="nl-NL" sz="1600" dirty="0"/>
          </a:p>
          <a:p>
            <a:pPr lvl="1">
              <a:spcAft>
                <a:spcPts val="600"/>
              </a:spcAft>
            </a:pPr>
            <a:r>
              <a:rPr lang="nl-NL" sz="1600" noProof="0" dirty="0" err="1"/>
              <a:t>Marimo</a:t>
            </a:r>
            <a:r>
              <a:rPr lang="nl-NL" sz="1600" noProof="0" dirty="0"/>
              <a:t> Notebooks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Visual Studio Code</a:t>
            </a:r>
            <a:endParaRPr lang="nl-NL" sz="16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Sterke punten: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online informatie.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Uitgebreid ecosysteem van uitbreidingen.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Breed inzetbaar.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Zwakke punten: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Relatief traag  (vgl. C, C++, Scala, Rust).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in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int)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!= 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065" y="3974574"/>
            <a:ext cx="6891867" cy="1215492"/>
          </a:xfrm>
        </p:spPr>
        <p:txBody>
          <a:bodyPr>
            <a:normAutofit/>
          </a:bodyPr>
          <a:lstStyle/>
          <a:p>
            <a:r>
              <a:rPr lang="nl-NL" sz="2000" noProof="0" dirty="0"/>
              <a:t>Python code wordt geïnterpreteerd (vs. gecompileerd).</a:t>
            </a:r>
          </a:p>
          <a:p>
            <a:r>
              <a:rPr lang="nl-NL" sz="2000" dirty="0" err="1"/>
              <a:t>CPython</a:t>
            </a:r>
            <a:r>
              <a:rPr lang="nl-NL" sz="2000" dirty="0"/>
              <a:t>: Python code wordt omgezet naar C instructies.</a:t>
            </a:r>
            <a:endParaRPr lang="nl-NL" sz="2000" noProof="0" dirty="0"/>
          </a:p>
          <a:p>
            <a:r>
              <a:rPr lang="nl-NL" sz="20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4878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breiden standaard functionaliteit uit.</a:t>
            </a:r>
          </a:p>
          <a:p>
            <a:r>
              <a:rPr lang="nl-NL" sz="2000" dirty="0"/>
              <a:t>Sommige packages zijn geschreven in Python.</a:t>
            </a:r>
          </a:p>
          <a:p>
            <a:r>
              <a:rPr lang="nl-NL" sz="20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5513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kunnen ook geschreven zijn in C / C++ / Rust.</a:t>
            </a:r>
          </a:p>
          <a:p>
            <a:r>
              <a:rPr lang="nl-NL" sz="2000" dirty="0"/>
              <a:t>Ze bieden dan alleen Python instructies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Met Python komen veel </a:t>
            </a:r>
            <a:r>
              <a:rPr lang="nl-NL" sz="1800" dirty="0">
                <a:cs typeface="Courier New" panose="02070309020205020404" pitchFamily="49" charset="0"/>
              </a:rPr>
              <a:t>packages mee.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 zelf.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zipfile</a:t>
            </a:r>
            <a:r>
              <a:rPr lang="nl-NL" sz="1600" dirty="0">
                <a:cs typeface="Courier New" panose="02070309020205020404" pitchFamily="49" charset="0"/>
              </a:rPr>
              <a:t>		Functies voor zip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b="1" noProof="0" dirty="0"/>
              <a:t>: download package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Download code van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r>
              <a:rPr lang="nl-NL" sz="1800" b="1" noProof="0" dirty="0"/>
              <a:t>: installeer package</a:t>
            </a:r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>
                <a:cs typeface="Courier New" panose="02070309020205020404" pitchFamily="49" charset="0"/>
              </a:rPr>
              <a:t>uit en kopieert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1 en 2 voor afhankelijkheden</a:t>
            </a:r>
          </a:p>
          <a:p>
            <a:pPr marL="0" indent="0">
              <a:buNone/>
            </a:pPr>
            <a:r>
              <a:rPr lang="nl-NL" sz="1800" dirty="0"/>
              <a:t>Als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pyproject.toml</a:t>
            </a:r>
            <a:endParaRPr lang="en-NL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./.</a:t>
            </a:r>
            <a:r>
              <a:rPr lang="en-US" dirty="0" err="1"/>
              <a:t>venv</a:t>
            </a:r>
            <a:r>
              <a:rPr lang="en-US" dirty="0"/>
              <a:t>/lib/site-packages/</a:t>
            </a:r>
            <a:endParaRPr lang="en-NL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</a:t>
            </a:r>
            <a:r>
              <a:rPr lang="nl-NL" dirty="0" err="1"/>
              <a:t>pandas</a:t>
            </a:r>
            <a:endParaRPr lang="nl-NL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Packages zijn bouwstenen die je kunt gebruiken in je eigen code door ze te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Tot slot doorzoekt Python de systeem locaties:</a:t>
            </a:r>
          </a:p>
          <a:p>
            <a:pPr marL="0" indent="0">
              <a:buNone/>
            </a:pPr>
            <a:r>
              <a:rPr lang="nl-NL" sz="2000" dirty="0"/>
              <a:t>Zie </a:t>
            </a:r>
            <a:r>
              <a:rPr lang="nl-NL" sz="2000" dirty="0" err="1">
                <a:latin typeface="Corbel Light" panose="020B0303020204020204" pitchFamily="34" charset="0"/>
              </a:rPr>
              <a:t>sys.path</a:t>
            </a:r>
            <a:r>
              <a:rPr lang="nl-NL" sz="2000" dirty="0"/>
              <a:t> voor een overzicht.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Daarna doorzoekt Python de standaard bibliotheek:</a:t>
            </a:r>
          </a:p>
          <a:p>
            <a:pPr marL="0" indent="0">
              <a:buNone/>
            </a:pPr>
            <a:r>
              <a:rPr lang="nl-NL" sz="2000" dirty="0">
                <a:hlinkClick r:id="rId2"/>
              </a:rPr>
              <a:t>https://docs.python.org/3.9/library/</a:t>
            </a:r>
            <a:endParaRPr lang="nl-NL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Eerst doorzoekt Python huidige directory (werk directory).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packages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beheer je: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Python interpreter</a:t>
            </a:r>
          </a:p>
          <a:p>
            <a:pPr>
              <a:buFontTx/>
              <a:buChar char="-"/>
            </a:pPr>
            <a:r>
              <a:rPr lang="nl-NL" sz="2000" noProof="0" dirty="0"/>
              <a:t>Externe packages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een aparte installatie voor iedere omgeving.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Helpt bij opzetten van projecten inclusief afhankelijkheden.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python.exe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main.py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Aanmaken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Installeren packages: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Packages updaten: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Packages bekijken: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Packages verwijderen: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Omgeving activeren / deactiveren: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hierin een nieuwe virtuele omgeving met Python 3.13.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het package </a:t>
            </a:r>
            <a:r>
              <a:rPr lang="nl-NL" sz="2000" dirty="0" err="1"/>
              <a:t>marimo</a:t>
            </a:r>
            <a:r>
              <a:rPr lang="nl-NL" sz="2000" dirty="0"/>
              <a:t> in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Het beheer van virtuele omgevingen op deze manier werkt voor persoonlijke experimenten.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Welke packages je gebruikt wordt nergens bijgehouden.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1F3-236A-370D-17B6-9388E56B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7D01-B72D-4884-4E41-5EECA5F16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9E4E0-BE6B-C82A-1C3F-3479FA7F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20376-6F53-DA36-4255-6FFC1837178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318899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Je kunt met </a:t>
            </a:r>
            <a:r>
              <a:rPr lang="nl-NL" sz="2000" noProof="0" dirty="0" err="1"/>
              <a:t>uv</a:t>
            </a:r>
            <a:r>
              <a:rPr lang="nl-NL" sz="2000" noProof="0" dirty="0"/>
              <a:t> eenvoudig packages toevoegen aan je project: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Voegt package toe aan dependencies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</a:t>
            </a:r>
            <a:r>
              <a:rPr lang="nl-NL" sz="2000" noProof="0" dirty="0" err="1"/>
              <a:t>add</a:t>
            </a:r>
            <a:r>
              <a:rPr lang="nl-NL" sz="2000" noProof="0" dirty="0"/>
              <a:t> kun je versies ook updaten: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update het package ook in de virtuele omgeving als dat nodig is.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packages verwijderen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"my-package"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2000" dirty="0"/>
              <a:t>major:      niet </a:t>
            </a:r>
            <a:r>
              <a:rPr lang="nl-NL" sz="2000" dirty="0" err="1"/>
              <a:t>backwards</a:t>
            </a:r>
            <a:r>
              <a:rPr lang="nl-NL" sz="2000" dirty="0"/>
              <a:t> compatible.</a:t>
            </a:r>
          </a:p>
          <a:p>
            <a:pPr>
              <a:buFontTx/>
              <a:buChar char="-"/>
            </a:pPr>
            <a:r>
              <a:rPr lang="nl-NL" sz="20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2000" dirty="0"/>
              <a:t>patch:       bug </a:t>
            </a:r>
            <a:r>
              <a:rPr lang="nl-NL" sz="2000" dirty="0" err="1"/>
              <a:t>fixes</a:t>
            </a:r>
            <a:r>
              <a:rPr lang="nl-NL" sz="2000" dirty="0"/>
              <a:t>, security patches.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2000" dirty="0"/>
              <a:t>exacte versie: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2000" dirty="0"/>
              <a:t>patch versie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2000" dirty="0"/>
              <a:t>versiebereik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&gt;=2.3,&lt;3</a:t>
            </a:r>
          </a:p>
          <a:p>
            <a:pPr>
              <a:buFontTx/>
              <a:buChar char="-"/>
            </a:pPr>
            <a:r>
              <a:rPr lang="nl-NL" sz="2000" dirty="0"/>
              <a:t>minimale versie: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2.3.1    #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2.31     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2.3,&lt;3   # 2.x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2.3      # 2.x + 3.x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nl-NL" sz="2000" dirty="0"/>
              <a:t>Start een nieuw project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het package </a:t>
            </a:r>
            <a:r>
              <a:rPr lang="nl-NL" sz="2000" dirty="0" err="1"/>
              <a:t>marimo</a:t>
            </a:r>
            <a:r>
              <a:rPr lang="nl-NL" sz="2000" dirty="0"/>
              <a:t> toe aan het project.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</a:t>
            </a:r>
            <a:r>
              <a:rPr lang="nl-NL" sz="2000" dirty="0" err="1"/>
              <a:t>pandas</a:t>
            </a:r>
            <a:r>
              <a:rPr lang="nl-NL" sz="20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Wat staat er in </a:t>
            </a:r>
            <a:r>
              <a:rPr lang="nl-NL" sz="1600" dirty="0" err="1"/>
              <a:t>pyproject.toml</a:t>
            </a:r>
            <a:r>
              <a:rPr lang="nl-NL" sz="1600" dirty="0"/>
              <a:t>?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Welk package werd geïnstalleerd?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Verander nu de versie van </a:t>
            </a:r>
            <a:r>
              <a:rPr lang="nl-NL" sz="2000" dirty="0" err="1"/>
              <a:t>pandas</a:t>
            </a:r>
            <a:r>
              <a:rPr lang="nl-NL" sz="2000" dirty="0"/>
              <a:t> naar 2.3.1, wat gebeurt er?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</a:t>
            </a:r>
            <a:r>
              <a:rPr lang="nl-NL" sz="2000" dirty="0" err="1"/>
              <a:t>sklearn</a:t>
            </a:r>
            <a:r>
              <a:rPr lang="nl-NL" sz="2000" dirty="0"/>
              <a:t> in het Notebook.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Versie specificaties laten meestal ruimte voor verschillende versies.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 bestand bevat de precieze versies in de virtuele omgeving.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Met dit bestand probeert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 de omgeving te recreëren.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Als dit niet lukt, worden alternatieven gezocht.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Updaten </a:t>
            </a:r>
            <a:r>
              <a:rPr lang="nl-NL" sz="2000" dirty="0" err="1"/>
              <a:t>lock</a:t>
            </a:r>
            <a:r>
              <a:rPr lang="nl-NL" sz="2000" dirty="0"/>
              <a:t> file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Gelijktrekken omgeving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DAD0D8-BCAD-2099-7471-B0D8926255BD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</a:t>
            </a:r>
            <a:r>
              <a:rPr lang="nl-NL" sz="3600" dirty="0" err="1"/>
              <a:t>vs</a:t>
            </a:r>
            <a:r>
              <a:rPr lang="nl-NL" sz="3600" dirty="0"/>
              <a:t>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Project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dirty="0"/>
              <a:t>Eindgebruiker werkt direct met de scripts.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noProof="0" dirty="0" err="1"/>
              <a:t>Expl</a:t>
            </a:r>
            <a:r>
              <a:rPr lang="nl-NL" sz="2000" dirty="0" err="1"/>
              <a:t>oratieve</a:t>
            </a:r>
            <a:r>
              <a:rPr lang="nl-NL" sz="2000" dirty="0"/>
              <a:t> analyse</a:t>
            </a:r>
          </a:p>
          <a:p>
            <a:pPr lvl="1">
              <a:buFontTx/>
              <a:buChar char="-"/>
            </a:pPr>
            <a:r>
              <a:rPr lang="nl-NL" sz="2000" noProof="0" dirty="0"/>
              <a:t>We</a:t>
            </a:r>
            <a:r>
              <a:rPr lang="nl-NL" sz="2000" dirty="0"/>
              <a:t>b applicatie</a:t>
            </a:r>
            <a:endParaRPr lang="nl-NL" sz="20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/>
              <a:t>Package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dirty="0"/>
          </a:p>
          <a:p>
            <a:pPr>
              <a:buFontTx/>
              <a:buChar char="-"/>
            </a:pPr>
            <a:r>
              <a:rPr lang="nl-NL" sz="2000" dirty="0"/>
              <a:t>Eindgebruiker importeert code in eigen scripts.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dirty="0" err="1"/>
              <a:t>pandas</a:t>
            </a:r>
            <a:endParaRPr lang="nl-NL" sz="2000" dirty="0"/>
          </a:p>
          <a:p>
            <a:pPr lvl="1">
              <a:buFontTx/>
              <a:buChar char="-"/>
            </a:pPr>
            <a:r>
              <a:rPr lang="nl-NL" sz="2000" dirty="0" err="1"/>
              <a:t>scikit-learn</a:t>
            </a: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here"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"Lukas Koning"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-system]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&gt;=0.11"]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333C6-DCA1-8A0C-E60A-B8BD19419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8D127-3F81-7035-1B77-43AEF961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ontwikkelen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34A06-9540-1B7F-EEF5-789870E4E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Bedoeling van een package is gebruik in een *ander* project.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Draai de code niet in de werk directory van het package.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 een andere virtuele omgeving aan en installeer het package daarin.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gebruik een </a:t>
            </a:r>
            <a:r>
              <a:rPr lang="nl-NL" sz="2000" dirty="0" err="1"/>
              <a:t>editable</a:t>
            </a:r>
            <a:r>
              <a:rPr lang="nl-NL" sz="2000" dirty="0"/>
              <a:t> installatie.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15334-44ED-7A65-1691-16DC79785FE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here"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"Lukas Koning"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-system]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&gt;=0.11"]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148242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Ontwikkel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Jupyter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exploratief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 Qua functionaliteit vrij beperkt.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Foutgevoelig, snel onoverzichtelijk.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+    Kan ook Notebooks bewerken.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-     Kost wat moeite om op te zetten.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Jupyter</a:t>
            </a:r>
            <a:r>
              <a:rPr lang="nl-NL" sz="3600" noProof="0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688847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Via de Anaconda Prompt: 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1. Installeer het Python package: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–f python-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course.yaml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2. Start daarna de Notebook server: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3. Open de link in de console (automatisch).</a:t>
            </a:r>
            <a:endParaRPr lang="nl-NL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5185BF-7D59-839C-B40D-85A67EDE26F1}"/>
              </a:ext>
            </a:extLst>
          </p:cNvPr>
          <p:cNvSpPr/>
          <p:nvPr/>
        </p:nvSpPr>
        <p:spPr>
          <a:xfrm>
            <a:off x="9086850" y="558272"/>
            <a:ext cx="2171700" cy="10509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Browser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33538-C8C4-1C3E-C9FA-9DEB16F60F7C}"/>
              </a:ext>
            </a:extLst>
          </p:cNvPr>
          <p:cNvSpPr/>
          <p:nvPr/>
        </p:nvSpPr>
        <p:spPr>
          <a:xfrm>
            <a:off x="9086850" y="2121783"/>
            <a:ext cx="2171700" cy="10509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Jupyter</a:t>
            </a:r>
            <a:endParaRPr lang="en-US" dirty="0"/>
          </a:p>
          <a:p>
            <a:pPr algn="ctr"/>
            <a:r>
              <a:rPr lang="en-US" dirty="0"/>
              <a:t>Server</a:t>
            </a: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111FDA-DB2D-62F3-9B23-A9FEE526ED7E}"/>
              </a:ext>
            </a:extLst>
          </p:cNvPr>
          <p:cNvSpPr/>
          <p:nvPr/>
        </p:nvSpPr>
        <p:spPr>
          <a:xfrm>
            <a:off x="9086850" y="3685294"/>
            <a:ext cx="2171700" cy="10509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IPython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A71ED4-002C-DAB4-C927-FB469A237BB2}"/>
              </a:ext>
            </a:extLst>
          </p:cNvPr>
          <p:cNvSpPr/>
          <p:nvPr/>
        </p:nvSpPr>
        <p:spPr>
          <a:xfrm>
            <a:off x="9086850" y="5248804"/>
            <a:ext cx="2171700" cy="10509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Python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5706F5-08DC-E145-3D12-1CECCA4F2CE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0172700" y="1609196"/>
            <a:ext cx="0" cy="512587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F3C4CA-EFB7-D533-17A4-6A5A2F758A9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172700" y="3172707"/>
            <a:ext cx="0" cy="512587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294A07-8358-E610-3E9A-632423A8F974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0172700" y="4736218"/>
            <a:ext cx="0" cy="512586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3018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Overzicht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98" y="1069986"/>
            <a:ext cx="8615099" cy="511639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EE54AB-CA0C-A167-4903-C9487ECFD50D}"/>
              </a:ext>
            </a:extLst>
          </p:cNvPr>
          <p:cNvSpPr/>
          <p:nvPr/>
        </p:nvSpPr>
        <p:spPr>
          <a:xfrm>
            <a:off x="1834364" y="1276770"/>
            <a:ext cx="2192866" cy="47413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 panel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41963B-E95A-15EE-12BF-B0F5169BED67}"/>
              </a:ext>
            </a:extLst>
          </p:cNvPr>
          <p:cNvSpPr/>
          <p:nvPr/>
        </p:nvSpPr>
        <p:spPr>
          <a:xfrm>
            <a:off x="4086497" y="1284708"/>
            <a:ext cx="6062133" cy="33533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editor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F7756-F566-137A-8C0D-709A9B9BBBE4}"/>
              </a:ext>
            </a:extLst>
          </p:cNvPr>
          <p:cNvSpPr/>
          <p:nvPr/>
        </p:nvSpPr>
        <p:spPr>
          <a:xfrm>
            <a:off x="4088614" y="4682493"/>
            <a:ext cx="6062133" cy="1335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output / terminal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383199-6ED0-9DFE-0315-0D7DEC7AB311}"/>
              </a:ext>
            </a:extLst>
          </p:cNvPr>
          <p:cNvSpPr/>
          <p:nvPr/>
        </p:nvSpPr>
        <p:spPr>
          <a:xfrm>
            <a:off x="7824650" y="6018103"/>
            <a:ext cx="2323979" cy="47477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Python </a:t>
            </a:r>
            <a:r>
              <a:rPr lang="en-US" dirty="0" err="1">
                <a:solidFill>
                  <a:srgbClr val="FF0000"/>
                </a:solidFill>
              </a:rPr>
              <a:t>omgeving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4975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8126E4-E480-0C54-1EB2-215BFBEC0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4"/>
            <a:ext cx="8615099" cy="5099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Linker menu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947FF2-D85D-CA54-14DE-BCA195B13522}"/>
              </a:ext>
            </a:extLst>
          </p:cNvPr>
          <p:cNvSpPr/>
          <p:nvPr/>
        </p:nvSpPr>
        <p:spPr>
          <a:xfrm>
            <a:off x="1989667" y="1422400"/>
            <a:ext cx="2201333" cy="46736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700"/>
              </a:spcAft>
            </a:pPr>
            <a:r>
              <a:rPr lang="en-US" dirty="0"/>
              <a:t>Files</a:t>
            </a:r>
          </a:p>
          <a:p>
            <a:pPr>
              <a:spcAft>
                <a:spcPts val="700"/>
              </a:spcAft>
            </a:pPr>
            <a:r>
              <a:rPr lang="en-US" dirty="0"/>
              <a:t>Search</a:t>
            </a:r>
          </a:p>
          <a:p>
            <a:pPr>
              <a:spcAft>
                <a:spcPts val="700"/>
              </a:spcAft>
            </a:pPr>
            <a:r>
              <a:rPr lang="en-US" dirty="0"/>
              <a:t>Unit testing</a:t>
            </a:r>
          </a:p>
          <a:p>
            <a:pPr>
              <a:spcAft>
                <a:spcPts val="700"/>
              </a:spcAft>
            </a:pPr>
            <a:r>
              <a:rPr lang="en-US" dirty="0"/>
              <a:t>Debugger</a:t>
            </a:r>
          </a:p>
          <a:p>
            <a:pPr>
              <a:spcAft>
                <a:spcPts val="700"/>
              </a:spcAft>
            </a:pPr>
            <a:r>
              <a:rPr lang="en-US" dirty="0"/>
              <a:t>Version control</a:t>
            </a:r>
          </a:p>
          <a:p>
            <a:pPr>
              <a:spcAft>
                <a:spcPts val="700"/>
              </a:spcAft>
            </a:pPr>
            <a:r>
              <a:rPr lang="en-US" dirty="0"/>
              <a:t>Plugins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r>
              <a:rPr lang="en-US" dirty="0"/>
              <a:t>Accounts</a:t>
            </a:r>
          </a:p>
          <a:p>
            <a:pPr>
              <a:spcAft>
                <a:spcPts val="700"/>
              </a:spcAft>
            </a:pPr>
            <a:r>
              <a:rPr lang="en-US" dirty="0"/>
              <a:t>Settings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813DE5-CB72-48F8-08CE-236C8E7361EB}"/>
              </a:ext>
            </a:extLst>
          </p:cNvPr>
          <p:cNvSpPr/>
          <p:nvPr/>
        </p:nvSpPr>
        <p:spPr>
          <a:xfrm>
            <a:off x="1176866" y="1422400"/>
            <a:ext cx="3031067" cy="4705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sidebar menu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708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85DCBE-F97F-45FA-1C33-E1AAE19C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9" y="1882246"/>
            <a:ext cx="4716677" cy="239342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Settings</a:t>
            </a:r>
            <a:r>
              <a:rPr lang="nl-NL" sz="2000" b="1" noProof="0" dirty="0"/>
              <a:t>: CTRL + ,</a:t>
            </a:r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noProof="0" dirty="0"/>
              <a:t>Georganiseerd per sectie.</a:t>
            </a:r>
          </a:p>
          <a:p>
            <a:pPr>
              <a:buFontTx/>
              <a:buChar char="-"/>
            </a:pPr>
            <a:r>
              <a:rPr lang="nl-NL" sz="2000" noProof="0" dirty="0"/>
              <a:t>Bijvoorbeeld: </a:t>
            </a:r>
            <a:r>
              <a:rPr lang="nl-NL" sz="2000" noProof="0" dirty="0" err="1"/>
              <a:t>Extensions</a:t>
            </a:r>
            <a:r>
              <a:rPr lang="nl-NL" sz="2000" noProof="0" dirty="0"/>
              <a:t> =&gt; Python.</a:t>
            </a:r>
          </a:p>
          <a:p>
            <a:pPr>
              <a:buFontTx/>
              <a:buChar char="-"/>
            </a:pPr>
            <a:r>
              <a:rPr lang="nl-NL" sz="2000" noProof="0" dirty="0"/>
              <a:t>Vaak sneller via de zoekbalk.</a:t>
            </a:r>
          </a:p>
          <a:p>
            <a:pPr>
              <a:buFontTx/>
              <a:buChar char="-"/>
            </a:pPr>
            <a:r>
              <a:rPr lang="nl-NL" sz="2000" noProof="0" dirty="0"/>
              <a:t>Per gebruiker of per </a:t>
            </a:r>
            <a:r>
              <a:rPr lang="nl-NL" sz="2000" noProof="0" dirty="0" err="1"/>
              <a:t>workspace</a:t>
            </a:r>
            <a:r>
              <a:rPr lang="nl-NL" sz="2000" noProof="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C1439B-4D1C-D712-D5E9-6DCB3EE4157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/>
              <a:t>Command</a:t>
            </a:r>
            <a:r>
              <a:rPr lang="nl-NL" sz="2000" b="1" dirty="0"/>
              <a:t> palette: CTRL + SHIFT + P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Zoekbalk voor commando's.</a:t>
            </a:r>
          </a:p>
          <a:p>
            <a:pPr>
              <a:buFontTx/>
              <a:buChar char="-"/>
            </a:pPr>
            <a:r>
              <a:rPr lang="nl-NL" sz="2000" dirty="0"/>
              <a:t>Voorbeeld: Format Document.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54" y="1882246"/>
            <a:ext cx="4715935" cy="196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5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2127</Words>
  <Application>Microsoft Office PowerPoint</Application>
  <PresentationFormat>Widescreen</PresentationFormat>
  <Paragraphs>595</Paragraphs>
  <Slides>41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Python</vt:lpstr>
      <vt:lpstr>Sterke en zwakke punten</vt:lpstr>
      <vt:lpstr>Sterke en zwakke punten</vt:lpstr>
      <vt:lpstr>Hoe werkt Python?</vt:lpstr>
      <vt:lpstr>Hoe werkt Python?</vt:lpstr>
      <vt:lpstr>Hoe werkt Python?</vt:lpstr>
      <vt:lpstr>Standaard packages</vt:lpstr>
      <vt:lpstr>Externe packages</vt:lpstr>
      <vt:lpstr>Werken met packages</vt:lpstr>
      <vt:lpstr>Conflicterende packages</vt:lpstr>
      <vt:lpstr>Virtuele omgevingen</vt:lpstr>
      <vt:lpstr>Beheer omgevingen met uv</vt:lpstr>
      <vt:lpstr>Commando’s</vt:lpstr>
      <vt:lpstr>Commando’s</vt:lpstr>
      <vt:lpstr>Commando’s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Beheer van uv.lock</vt:lpstr>
      <vt:lpstr>Package maken</vt:lpstr>
      <vt:lpstr>Project vs package</vt:lpstr>
      <vt:lpstr>Package aanmaken</vt:lpstr>
      <vt:lpstr>Package aanmaken</vt:lpstr>
      <vt:lpstr>Package ontwikkelen</vt:lpstr>
      <vt:lpstr>Ontwikkel omgevingen</vt:lpstr>
      <vt:lpstr>Keuze voor IDE</vt:lpstr>
      <vt:lpstr>Jupyter Notebook</vt:lpstr>
      <vt:lpstr>Virtual Studio Code</vt:lpstr>
      <vt:lpstr>VS Code: Overzicht interface</vt:lpstr>
      <vt:lpstr>VS Code: Linker menu</vt:lpstr>
      <vt:lpstr>Setting voor de cursus</vt:lpstr>
      <vt:lpstr>VS Code interface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844</cp:revision>
  <dcterms:created xsi:type="dcterms:W3CDTF">2022-11-09T07:34:24Z</dcterms:created>
  <dcterms:modified xsi:type="dcterms:W3CDTF">2026-09-17T14:30:00Z</dcterms:modified>
</cp:coreProperties>
</file>