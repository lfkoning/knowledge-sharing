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22" r:id="rId2"/>
    <p:sldId id="257" r:id="rId3"/>
    <p:sldId id="323" r:id="rId4"/>
    <p:sldId id="324" r:id="rId5"/>
    <p:sldId id="325" r:id="rId6"/>
    <p:sldId id="300" r:id="rId7"/>
    <p:sldId id="326" r:id="rId8"/>
    <p:sldId id="327" r:id="rId9"/>
    <p:sldId id="329" r:id="rId10"/>
    <p:sldId id="330" r:id="rId11"/>
    <p:sldId id="328" r:id="rId12"/>
    <p:sldId id="332" r:id="rId13"/>
    <p:sldId id="350" r:id="rId14"/>
    <p:sldId id="351" r:id="rId15"/>
    <p:sldId id="349" r:id="rId16"/>
    <p:sldId id="348" r:id="rId1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kas Koning" initials="LK" lastIdx="1" clrIdx="0">
    <p:extLst>
      <p:ext uri="{19B8F6BF-5375-455C-9EA6-DF929625EA0E}">
        <p15:presenceInfo xmlns:p15="http://schemas.microsoft.com/office/powerpoint/2012/main" userId="27d520ca6d017ce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10" autoAdjust="0"/>
    <p:restoredTop sz="96699" autoAdjust="0"/>
  </p:normalViewPr>
  <p:slideViewPr>
    <p:cSldViewPr snapToGrid="0">
      <p:cViewPr varScale="1">
        <p:scale>
          <a:sx n="120" d="100"/>
          <a:sy n="120" d="100"/>
        </p:scale>
        <p:origin x="480" y="82"/>
      </p:cViewPr>
      <p:guideLst/>
    </p:cSldViewPr>
  </p:slideViewPr>
  <p:outlineViewPr>
    <p:cViewPr>
      <p:scale>
        <a:sx n="33" d="100"/>
        <a:sy n="33" d="100"/>
      </p:scale>
      <p:origin x="0" y="-63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183437-14DE-4969-B062-63D9C4A2E219}" type="datetimeFigureOut">
              <a:rPr lang="nl-NL" smtClean="0"/>
              <a:t>20-10-2026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3DEA5-E342-4DB2-B087-D0B9C490B19E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0861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18483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Applicatie voor TO DO list 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Bouw een API:</a:t>
            </a:r>
          </a:p>
          <a:p>
            <a:pPr lvl="1">
              <a:spcAft>
                <a:spcPts val="600"/>
              </a:spcAft>
            </a:pPr>
            <a:r>
              <a:rPr lang="nl-NL" sz="2000" noProof="0" dirty="0"/>
              <a:t>Validatie met </a:t>
            </a:r>
            <a:r>
              <a:rPr lang="nl-NL" sz="2000" noProof="0" dirty="0" err="1"/>
              <a:t>Pydantic</a:t>
            </a:r>
            <a:endParaRPr lang="nl-NL" sz="2000" noProof="0" dirty="0"/>
          </a:p>
          <a:p>
            <a:pPr lvl="1">
              <a:spcAft>
                <a:spcPts val="600"/>
              </a:spcAft>
            </a:pPr>
            <a:r>
              <a:rPr lang="nl-NL" sz="2000" noProof="0" dirty="0" err="1"/>
              <a:t>FastAPI</a:t>
            </a: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Bouw een App:</a:t>
            </a:r>
          </a:p>
          <a:p>
            <a:pPr lvl="1">
              <a:spcAft>
                <a:spcPts val="600"/>
              </a:spcAft>
            </a:pPr>
            <a:r>
              <a:rPr lang="nl-NL" sz="2000" dirty="0" err="1"/>
              <a:t>StreamLit</a:t>
            </a: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1FAF-96CA-F74C-CE8F-ACF3D52F9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D5A31-8C9A-36F2-2DAA-018D45C96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9AE63A-EB30-53BF-9FFD-C6D2F71702B9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dirty="0"/>
          </a:p>
          <a:p>
            <a:pPr algn="ctr"/>
            <a:r>
              <a:rPr lang="en-US" dirty="0" err="1"/>
              <a:t>Opslag</a:t>
            </a:r>
            <a:r>
              <a:rPr lang="en-US" dirty="0"/>
              <a:t> van data.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62A38E-093E-FD8F-CB17-ECBCE80F22FE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r>
              <a:rPr lang="en-US" dirty="0" err="1"/>
              <a:t>Gebruikersinterface</a:t>
            </a:r>
            <a:r>
              <a:rPr lang="en-US" dirty="0"/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B4A192-ED03-D767-3780-EC9D4D55CBF3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CAE07BD-38FD-B14D-ABB2-2D0D950E217B}"/>
              </a:ext>
            </a:extLst>
          </p:cNvPr>
          <p:cNvSpPr txBox="1"/>
          <p:nvPr/>
        </p:nvSpPr>
        <p:spPr>
          <a:xfrm>
            <a:off x="5374103" y="2745114"/>
            <a:ext cx="1443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request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0DF304-4512-D9EA-F80D-8D8B76CEFD55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33D4B2A-C9A0-E144-8DE5-ED8339282B9C}"/>
              </a:ext>
            </a:extLst>
          </p:cNvPr>
          <p:cNvSpPr txBox="1"/>
          <p:nvPr/>
        </p:nvSpPr>
        <p:spPr>
          <a:xfrm>
            <a:off x="5374103" y="3838620"/>
            <a:ext cx="1581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182174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8905E-3142-D774-0EF0-4F86EF86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9F2F-410D-6A68-083E-6C005C442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7585FC-C4DC-A90F-67BA-1488338ACFBC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b="1" dirty="0"/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@app.post("add")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store_item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(item):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3C979-0FFF-76A8-6B80-5E837DA193C0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11B01-090C-1B8B-49E2-4194F2C3FFAB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5B77086-BED8-D065-2B94-105A5D840FF8}"/>
              </a:ext>
            </a:extLst>
          </p:cNvPr>
          <p:cNvSpPr txBox="1"/>
          <p:nvPr/>
        </p:nvSpPr>
        <p:spPr>
          <a:xfrm>
            <a:off x="4661150" y="2800504"/>
            <a:ext cx="28696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POST http://localhost/add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B0D049-DB62-F38F-6B13-2A1CE2C438B2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3F549D1-BC4D-2A07-A170-9C6095BCFA31}"/>
              </a:ext>
            </a:extLst>
          </p:cNvPr>
          <p:cNvSpPr txBox="1"/>
          <p:nvPr/>
        </p:nvSpPr>
        <p:spPr>
          <a:xfrm>
            <a:off x="5245445" y="384478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 200 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B98E0C-BD76-737F-6304-BAE4B56D3715}"/>
              </a:ext>
            </a:extLst>
          </p:cNvPr>
          <p:cNvSpPr/>
          <p:nvPr/>
        </p:nvSpPr>
        <p:spPr>
          <a:xfrm>
            <a:off x="8495070" y="3445588"/>
            <a:ext cx="1331318" cy="399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Toevoegen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227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B40B1-1CEC-A39F-4361-35249ECD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92154B-DBFD-8886-D658-2870F3F00D80}"/>
              </a:ext>
            </a:extLst>
          </p:cNvPr>
          <p:cNvSpPr/>
          <p:nvPr/>
        </p:nvSpPr>
        <p:spPr>
          <a:xfrm>
            <a:off x="1257866" y="1496470"/>
            <a:ext cx="9676263" cy="35415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/>
              <a:t>jouw</a:t>
            </a:r>
            <a:r>
              <a:rPr lang="en-US" dirty="0"/>
              <a:t> machine: localhost / 127.0.0.1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B09560-D780-D23D-5A56-8E612F164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Opzet App en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A588A3-4214-1146-1281-1729193A8B27}"/>
              </a:ext>
            </a:extLst>
          </p:cNvPr>
          <p:cNvSpPr/>
          <p:nvPr/>
        </p:nvSpPr>
        <p:spPr>
          <a:xfrm>
            <a:off x="1816099" y="2403430"/>
            <a:ext cx="2628900" cy="21780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FastAPI</a:t>
            </a:r>
            <a:endParaRPr lang="en-US" b="1" dirty="0"/>
          </a:p>
          <a:p>
            <a:pPr algn="ctr"/>
            <a:endParaRPr lang="en-US" b="1" dirty="0"/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@app.post("add")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store_item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(item):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6FDF73-D139-63AE-3AA2-01801FFED602}"/>
              </a:ext>
            </a:extLst>
          </p:cNvPr>
          <p:cNvSpPr/>
          <p:nvPr/>
        </p:nvSpPr>
        <p:spPr>
          <a:xfrm>
            <a:off x="7747002" y="2403430"/>
            <a:ext cx="2628900" cy="21780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b="1" dirty="0"/>
          </a:p>
          <a:p>
            <a:pPr algn="ctr"/>
            <a:r>
              <a:rPr lang="en-US" b="1" dirty="0" err="1"/>
              <a:t>Streamlit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1A7E01-3416-A30E-21D9-25CFBE58A2F5}"/>
              </a:ext>
            </a:extLst>
          </p:cNvPr>
          <p:cNvCxnSpPr>
            <a:cxnSpLocks/>
          </p:cNvCxnSpPr>
          <p:nvPr/>
        </p:nvCxnSpPr>
        <p:spPr>
          <a:xfrm>
            <a:off x="4444999" y="3267267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4746D2-20CC-D6B1-E913-B24073CF3BB2}"/>
              </a:ext>
            </a:extLst>
          </p:cNvPr>
          <p:cNvSpPr txBox="1"/>
          <p:nvPr/>
        </p:nvSpPr>
        <p:spPr>
          <a:xfrm>
            <a:off x="4661150" y="2800504"/>
            <a:ext cx="28696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POST http://localhost/add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7C7EBE-05C3-19F2-CD0C-67CC09600D05}"/>
              </a:ext>
            </a:extLst>
          </p:cNvPr>
          <p:cNvCxnSpPr>
            <a:cxnSpLocks/>
          </p:cNvCxnSpPr>
          <p:nvPr/>
        </p:nvCxnSpPr>
        <p:spPr>
          <a:xfrm flipH="1">
            <a:off x="4444998" y="3685798"/>
            <a:ext cx="3302003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CEC21AE-EEC7-628A-7AA8-C710714FF952}"/>
              </a:ext>
            </a:extLst>
          </p:cNvPr>
          <p:cNvSpPr txBox="1"/>
          <p:nvPr/>
        </p:nvSpPr>
        <p:spPr>
          <a:xfrm>
            <a:off x="5245445" y="384478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 200 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9ADE51-3622-137D-5505-E6F7156D4B66}"/>
              </a:ext>
            </a:extLst>
          </p:cNvPr>
          <p:cNvSpPr/>
          <p:nvPr/>
        </p:nvSpPr>
        <p:spPr>
          <a:xfrm>
            <a:off x="8495070" y="3445588"/>
            <a:ext cx="1331318" cy="399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Toevoegen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09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Validatie met </a:t>
            </a:r>
            <a:r>
              <a:rPr lang="nl-NL" dirty="0" err="1"/>
              <a:t>Pydantic</a:t>
            </a:r>
            <a:endParaRPr lang="nl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0448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CF254-2901-438A-7C11-0ED133667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F9A1E-7650-AF1B-AD9F-D37C36340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valideren?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B4626-4389-F263-2BE2-747CD9544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b="1" dirty="0"/>
              <a:t>Goede gewoonte: Vertrouw invoer nooit!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Inlezen van bestanden, invoer van een gebruiker, data uit </a:t>
            </a:r>
            <a:r>
              <a:rPr lang="nl-NL" sz="2000" dirty="0" err="1"/>
              <a:t>API's</a:t>
            </a:r>
            <a:r>
              <a:rPr lang="nl-NL" sz="2000" dirty="0"/>
              <a:t>, et cetera.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b="1" dirty="0"/>
              <a:t>Volledigheid van gegevens: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Ontbrekende waardes kunnen voor verrassingen zorgen.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Extra informatie kan verloren gaan.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b="1" dirty="0"/>
              <a:t>Veiligheidsrisico's: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Extreem grote invoer kan systemen kwetsbaar of onbruikbaar maken.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Commando's in de invoer worden per ongeluk uitgevoerd.</a:t>
            </a:r>
          </a:p>
        </p:txBody>
      </p:sp>
    </p:spTree>
    <p:extLst>
      <p:ext uri="{BB962C8B-B14F-4D97-AF65-F5344CB8AC3E}">
        <p14:creationId xmlns:p14="http://schemas.microsoft.com/office/powerpoint/2010/main" val="581014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3C16-9844-33F2-7BBB-13EAD478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386B-4B02-A3C1-C73D-CD3200ACC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89BBA-5F7B-E9EA-AA18-9F6EC0CB2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b="1" dirty="0"/>
              <a:t>SQL </a:t>
            </a:r>
            <a:r>
              <a:rPr lang="nl-NL" sz="2000" b="1" dirty="0" err="1"/>
              <a:t>injection</a:t>
            </a:r>
            <a:endParaRPr lang="nl-NL" sz="2000" b="1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Invoer doorgegeven aan SQL zonder controle.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De invoer kan een commando bevatten.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b="1" dirty="0" err="1"/>
              <a:t>Pickle</a:t>
            </a:r>
            <a:r>
              <a:rPr lang="nl-NL" sz="2000" b="1" dirty="0"/>
              <a:t> bestanden</a:t>
            </a: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Inhoud van </a:t>
            </a:r>
            <a:r>
              <a:rPr lang="nl-NL" sz="2000" dirty="0" err="1"/>
              <a:t>pickle</a:t>
            </a:r>
            <a:r>
              <a:rPr lang="nl-NL" sz="2000" dirty="0"/>
              <a:t> bestand wordt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nl-NL" sz="2000" dirty="0">
                <a:cs typeface="Courier New" panose="02070309020205020404" pitchFamily="49" charset="0"/>
              </a:rPr>
              <a:t>uitgevoerd als Python code.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8364EF6-AB28-812E-8B86-45B6F9521651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query = 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INSERT INTO 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VALUES('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dirty="0" err="1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conn.execute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(query)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----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"'); DROP TABLE Users; --"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----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Resulting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query: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Users; </a:t>
            </a:r>
            <a:r>
              <a:rPr lang="nl-NL" sz="14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--')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E4760D-CFEC-95CC-738C-2EC35290EC06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209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38BE-3CD3-A008-69F5-28B34D06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76D29-E46C-DEA3-ABD7-17BAFB44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Pydantic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FD849-B174-AE80-C585-66EF081BE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Valideer Python data structuren met classes en type hints.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Definieer data structuur als een class.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Valideer data als: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argumenten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 err="1"/>
              <a:t>dict</a:t>
            </a:r>
            <a:endParaRPr lang="nl-NL" sz="2000" dirty="0"/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JSON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09560-65FF-CC91-0136-4CF03B57C6FF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class.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User(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name=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 Doe"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		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Raises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error!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email=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"john@doe.com"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B775F3B-ABEA-786E-86B0-BAB7B0DFDD4B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431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93258-918A-E031-0B92-E5FB67EE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AEEE9-CE10-933A-38D7-FA7B9C75D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Pydantic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D231A-B5F8-CF8A-7EEE-CF23CE2B4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Valideer Python data structuren met classes en type hints.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Definieer data structuur als een class.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Valideer data als: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argumenten</a:t>
            </a:r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 err="1"/>
              <a:t>dict</a:t>
            </a:r>
            <a:endParaRPr lang="nl-NL" sz="2000" dirty="0"/>
          </a:p>
          <a:p>
            <a:pPr>
              <a:spcAft>
                <a:spcPts val="600"/>
              </a:spcAft>
              <a:buFontTx/>
              <a:buChar char="-"/>
            </a:pPr>
            <a:r>
              <a:rPr lang="nl-NL" sz="2000" dirty="0"/>
              <a:t>JSON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CB599A-3F29-CB1C-966D-AAD50BC56F35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validation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class.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email: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JSON string.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User.model_validate_json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{"name": "John Doe", "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"email": "john@doe.com"}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A31386-CC57-7638-2D5E-2B4FDC459ED3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15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A72D7-0980-0682-A149-1B4DF7FC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33BA-19C8-8A08-48A8-54422148B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Type hints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F822F-EA85-8115-2286-B99CE6BC3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718608"/>
          </a:xfrm>
        </p:spPr>
        <p:txBody>
          <a:bodyPr>
            <a:normAutofit fontScale="925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Type hints standaard in Python, wel verschillen tussen versies!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		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D3031-E65B-1407-28D3-09FBEC36FECB}"/>
              </a:ext>
            </a:extLst>
          </p:cNvPr>
          <p:cNvSpPr/>
          <p:nvPr/>
        </p:nvSpPr>
        <p:spPr>
          <a:xfrm>
            <a:off x="838200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enkelvoudig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5A085-DB36-3176-8F24-D2DD9922A9F9}"/>
              </a:ext>
            </a:extLst>
          </p:cNvPr>
          <p:cNvSpPr/>
          <p:nvPr/>
        </p:nvSpPr>
        <p:spPr>
          <a:xfrm>
            <a:off x="3572933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meervoudig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5A83CC-FFCC-391C-C380-40D77A3EDF69}"/>
              </a:ext>
            </a:extLst>
          </p:cNvPr>
          <p:cNvSpPr/>
          <p:nvPr/>
        </p:nvSpPr>
        <p:spPr>
          <a:xfrm>
            <a:off x="6307666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 err="1"/>
              <a:t>combinaties</a:t>
            </a:r>
            <a:endParaRPr lang="en-US" b="1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| float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 | None 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list[int]</a:t>
            </a: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list[object]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[str, int]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2C7F85-7057-844E-B4B3-2950F299B955}"/>
              </a:ext>
            </a:extLst>
          </p:cNvPr>
          <p:cNvSpPr/>
          <p:nvPr/>
        </p:nvSpPr>
        <p:spPr>
          <a:xfrm>
            <a:off x="9042400" y="2174875"/>
            <a:ext cx="2311400" cy="3700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/>
              <a:t>typing module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Literal["a"]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Callable</a:t>
            </a:r>
          </a:p>
          <a:p>
            <a:pPr algn="ctr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Annotated</a:t>
            </a:r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169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14DF-42BD-E336-E7F8-7318643B2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4D95-0201-B30C-BCAF-83BBBF36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7368-D185-A9D8-0A1C-53B297654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Geef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2000" dirty="0"/>
              <a:t> een standaard waarde op voor attributen.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Attribuut niet meer verplicht bij initialisatie of validatie.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4A0A99-1916-2689-36E9-3C61BDACE992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John Doe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= None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D14FC6-B1B8-D6B3-2F43-1C510BE2A3B5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99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8057E-E05E-A3B2-AADF-43F725EA3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279F-5C6C-2F89-6C3A-9BE0EA363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552FB-8DE6-7CA3-9057-FF74BBF9D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1601"/>
            <a:ext cx="5257800" cy="3535362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De standaard waarde is constant en wordt bepaald in de class definitie…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97101E2-5E7C-EC12-9EEC-869642C04533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F113C5-0635-C17A-2180-A3494D337D11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753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A7DF-6D3D-903A-89DD-C80864B6C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594AD-2B90-27AE-205C-FC0E99BF5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waardes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F2BE4FF-0D5E-1A3F-C156-D74235A0B086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7688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LotteryTicket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default_factory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lambda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81726A7-802D-44A2-F08A-A6FEC7861D36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A8E2AF-6975-A163-06FD-B4D4A4F2859B}"/>
              </a:ext>
            </a:extLst>
          </p:cNvPr>
          <p:cNvSpPr txBox="1">
            <a:spLocks/>
          </p:cNvSpPr>
          <p:nvPr/>
        </p:nvSpPr>
        <p:spPr>
          <a:xfrm>
            <a:off x="838200" y="2641601"/>
            <a:ext cx="5257800" cy="3535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2000" dirty="0"/>
              <a:t>De standaard waarde is constant en wordt bepaald tijdens class definitie…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Maar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default_factory</a:t>
            </a:r>
            <a:r>
              <a:rPr lang="nl-NL" sz="2000" dirty="0"/>
              <a:t> wordt bij elke initialisatie uitgevoerd!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979701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9F0A-EB72-A73E-8E7E-AC7EB55C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7212C-5356-24D9-C40E-566B429F6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Waardes controleren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406F1-7740-2B99-F374-BF81C3B6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2578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nl-NL" sz="2000" dirty="0"/>
              <a:t> kan extra controles uitvoeren: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 err="1"/>
              <a:t>str</a:t>
            </a:r>
            <a:r>
              <a:rPr lang="nl-NL" sz="20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 err="1"/>
              <a:t>dict</a:t>
            </a:r>
            <a:r>
              <a:rPr lang="nl-NL" sz="2000" dirty="0"/>
              <a:t> / list / </a:t>
            </a:r>
            <a:r>
              <a:rPr lang="nl-NL" sz="2000" dirty="0" err="1"/>
              <a:t>tuple</a:t>
            </a:r>
            <a:r>
              <a:rPr lang="nl-NL" sz="20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min_length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endParaRPr lang="nl-NL" sz="1800" dirty="0"/>
          </a:p>
          <a:p>
            <a:pPr marL="0" indent="0">
              <a:spcAft>
                <a:spcPts val="600"/>
              </a:spcAft>
              <a:buNone/>
            </a:pPr>
            <a:endParaRPr lang="nl-NL" sz="200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dirty="0"/>
              <a:t>int / </a:t>
            </a:r>
            <a:r>
              <a:rPr lang="nl-NL" sz="2000" dirty="0" err="1"/>
              <a:t>float</a:t>
            </a:r>
            <a:r>
              <a:rPr lang="nl-NL" sz="2000" dirty="0"/>
              <a:t>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ge,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multiple_of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7A605E-82CC-2DF9-F498-CE10EF1C1556}"/>
              </a:ext>
            </a:extLst>
          </p:cNvPr>
          <p:cNvSpPr txBox="1">
            <a:spLocks/>
          </p:cNvSpPr>
          <p:nvPr/>
        </p:nvSpPr>
        <p:spPr>
          <a:xfrm>
            <a:off x="6750050" y="1456267"/>
            <a:ext cx="4603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pydantic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Field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User(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max_length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=150)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mobile: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pattern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="06-\d{8}")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Field(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=0,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=120)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D7C04E-60F2-62B5-CD6A-5CBCD4B01BD5}"/>
              </a:ext>
            </a:extLst>
          </p:cNvPr>
          <p:cNvCxnSpPr/>
          <p:nvPr/>
        </p:nvCxnSpPr>
        <p:spPr>
          <a:xfrm>
            <a:off x="6337300" y="1397000"/>
            <a:ext cx="0" cy="48387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429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</a:t>
            </a:r>
            <a:r>
              <a:rPr lang="nl-NL" sz="3600" dirty="0"/>
              <a:t>1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Maak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2000" dirty="0"/>
              <a:t> voor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ToDoItem</a:t>
            </a:r>
            <a:r>
              <a:rPr lang="nl-NL" sz="2000" dirty="0"/>
              <a:t> met:</a:t>
            </a:r>
          </a:p>
          <a:p>
            <a:pPr lvl="1"/>
            <a:endParaRPr lang="nl-NL" sz="2000" dirty="0"/>
          </a:p>
          <a:p>
            <a:pPr lvl="1"/>
            <a:r>
              <a:rPr lang="nl-NL" sz="2000" dirty="0"/>
              <a:t>Een uniek ID gegenereerd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uuid.uuid4()</a:t>
            </a:r>
            <a:r>
              <a:rPr lang="nl-NL" sz="2000" dirty="0"/>
              <a:t>.</a:t>
            </a:r>
          </a:p>
          <a:p>
            <a:pPr lvl="1"/>
            <a:r>
              <a:rPr lang="nl-NL" sz="2000" dirty="0"/>
              <a:t>Een verplichte omschrijving.</a:t>
            </a:r>
          </a:p>
          <a:p>
            <a:pPr lvl="1"/>
            <a:r>
              <a:rPr lang="nl-NL" sz="2000" dirty="0"/>
              <a:t>Een prioriteit met opties: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Low</a:t>
            </a:r>
            <a:r>
              <a:rPr lang="nl-NL" sz="2000" dirty="0"/>
              <a:t>,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Medium</a:t>
            </a:r>
            <a:r>
              <a:rPr lang="nl-NL" sz="2000" dirty="0"/>
              <a:t> (standaard) of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High</a:t>
            </a:r>
            <a:r>
              <a:rPr lang="nl-NL" sz="2000" dirty="0"/>
              <a:t>.</a:t>
            </a:r>
          </a:p>
          <a:p>
            <a:pPr lvl="1"/>
            <a:r>
              <a:rPr lang="nl-NL" sz="2000" dirty="0"/>
              <a:t>Een status: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Active</a:t>
            </a:r>
            <a:r>
              <a:rPr lang="nl-NL" sz="2000" dirty="0"/>
              <a:t> (standaard) of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  <a:r>
              <a:rPr lang="nl-NL" sz="2000" dirty="0"/>
              <a:t>.</a:t>
            </a:r>
          </a:p>
          <a:p>
            <a:pPr lvl="1"/>
            <a:r>
              <a:rPr lang="nl-NL" sz="2000" dirty="0"/>
              <a:t>Een aanmaaktijdstip, standaard op huidige tijd.</a:t>
            </a:r>
          </a:p>
          <a:p>
            <a:pPr lvl="1"/>
            <a:r>
              <a:rPr lang="nl-NL" sz="2000" dirty="0"/>
              <a:t>Een afsluittijdstip, standaard niet ingevuld.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Maak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BaseModel</a:t>
            </a:r>
            <a:r>
              <a:rPr lang="nl-NL" sz="2000" dirty="0"/>
              <a:t> voor een lijst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ToDoItem</a:t>
            </a:r>
            <a:r>
              <a:rPr lang="nl-NL" sz="2000" dirty="0"/>
              <a:t> objecten.</a:t>
            </a:r>
          </a:p>
          <a:p>
            <a:pPr marL="0" indent="0"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421329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830</Words>
  <Application>Microsoft Office PowerPoint</Application>
  <PresentationFormat>Widescreen</PresentationFormat>
  <Paragraphs>246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Office Theme</vt:lpstr>
      <vt:lpstr>Python - Cursus</vt:lpstr>
      <vt:lpstr>Agenda</vt:lpstr>
      <vt:lpstr>Opzet App en API</vt:lpstr>
      <vt:lpstr>Opzet App en API</vt:lpstr>
      <vt:lpstr>Opzet App en API</vt:lpstr>
      <vt:lpstr>Validatie met Pydantic</vt:lpstr>
      <vt:lpstr>Waarom valideren?</vt:lpstr>
      <vt:lpstr>Voorbeelden</vt:lpstr>
      <vt:lpstr>Pydantic</vt:lpstr>
      <vt:lpstr>Pydantic</vt:lpstr>
      <vt:lpstr>Type hints</vt:lpstr>
      <vt:lpstr>Standaard waardes</vt:lpstr>
      <vt:lpstr>Standaard waardes</vt:lpstr>
      <vt:lpstr>Standaard waardes</vt:lpstr>
      <vt:lpstr>Waardes controleren</vt:lpstr>
      <vt:lpstr>Oefeningen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936</cp:revision>
  <dcterms:created xsi:type="dcterms:W3CDTF">2022-11-09T07:34:24Z</dcterms:created>
  <dcterms:modified xsi:type="dcterms:W3CDTF">2026-10-20T09:16:41Z</dcterms:modified>
</cp:coreProperties>
</file>