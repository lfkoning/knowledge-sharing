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22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kas Koning" initials="LK" lastIdx="1" clrIdx="0">
    <p:extLst>
      <p:ext uri="{19B8F6BF-5375-455C-9EA6-DF929625EA0E}">
        <p15:presenceInfo xmlns:p15="http://schemas.microsoft.com/office/powerpoint/2012/main" userId="27d520ca6d017ce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10" autoAdjust="0"/>
    <p:restoredTop sz="96699" autoAdjust="0"/>
  </p:normalViewPr>
  <p:slideViewPr>
    <p:cSldViewPr snapToGrid="0">
      <p:cViewPr varScale="1">
        <p:scale>
          <a:sx n="120" d="100"/>
          <a:sy n="120" d="100"/>
        </p:scale>
        <p:origin x="480" y="82"/>
      </p:cViewPr>
      <p:guideLst/>
    </p:cSldViewPr>
  </p:slideViewPr>
  <p:outlineViewPr>
    <p:cViewPr>
      <p:scale>
        <a:sx n="33" d="100"/>
        <a:sy n="33" d="100"/>
      </p:scale>
      <p:origin x="0" y="-63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83437-14DE-4969-B062-63D9C4A2E219}" type="datetimeFigureOut">
              <a:rPr lang="nl-NL" smtClean="0"/>
              <a:t>29-9-2026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3DEA5-E342-4DB2-B087-D0B9C490B19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0861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D241-03CD-F66B-8F73-3CAC55B14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64D1B-A973-3847-3E91-0CE7E7C59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A73F5-F8B5-5710-2DC5-696AA5BD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29/09/2026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2AD8F-D1F0-0013-98B0-5F53C9B8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5D6E6-6577-2A62-3786-BC160042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353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5ECB-AB54-0283-C544-060853BD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598C7-A144-C045-760E-8D2BEB73F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AA8C3-D460-5FB9-BEF1-4B107863B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29/09/2026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DD8C9-981B-68A4-FA03-2E7EC742C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4EE09-D031-B162-312B-D84AC359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848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68FD-4B23-D1C5-8A98-7C7573C06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42FD3-F45B-693C-BC8C-EE583529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744C2-DC03-51D7-C490-EE7480C2E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29/09/2026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2BAD9-9E13-E0C5-C044-050D16928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03286-1DED-EEE0-200D-D463623B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869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C716-70B1-4956-623D-BB1884FB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3637C-9700-5EA7-E708-8CC7EA1D5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E7191-85E9-7180-A8B2-CE05EB3C6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04500-E98B-0B65-AE0E-8E3A5313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29/09/2026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AE4F7-D675-8CE5-5297-5CE8654F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06D77-2113-B755-D825-9AC10085B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696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4435-6EC5-C8F0-1458-0FD42497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B50F0-90F4-8EBF-85FA-FB50BA5BD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B29FF-E988-BCD5-26D3-72A2542B2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6E652-0A53-1F5E-A2D3-63A4829CA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DAE7B-8EF7-730B-6526-C0162F6B3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CAA4C-A4F1-5723-0770-713EDAE1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29/09/2026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70581-1047-FE84-D78E-3E62A523F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D558D-55C7-4C10-BFE2-7612C556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7484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256D-09B3-F7B7-3173-21876185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71C5F-4EB8-173F-B4D2-8CF23E47E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29/09/2026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F32B3-AEF3-EAA2-F854-680DC9C7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8300D-6F27-4617-C0A7-0BD7921D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41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6FE86-8AAD-B43A-134E-4B68B568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29/09/2026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01974-8F8A-3BD8-1A3B-53C39BCA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705B2-0628-7719-E328-C7019F7F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103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B594A-DFC2-B5D8-B0E4-F44F47CE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0292-87DF-858D-1FA8-C1EE927D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D80CC-4D84-3AE9-0B35-C27E33FD8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5B28C-33D6-8039-630D-B9F1EC3A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29/09/2026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A531E-5FFA-D204-5F1B-37806AD2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6CC9B-46C4-60CC-D35A-59F9F306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516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0F88-70DD-AD9F-4E44-45D44087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D932A-9C26-05B4-32D0-3FE165A33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1F30C-3886-DE65-EDE4-8C37F631F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7D30D-18AE-1F87-AFA5-484D8C3D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29/09/2026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578AF-A060-D3BD-F2EA-5E48BF0D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776DD-8DE5-1525-C107-C6B823E8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746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9CCA-8BA8-9DF4-C382-292734AB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E17F0-E053-74A1-912D-AF910B21B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F8707-6C42-1B5F-68D0-01EB4C4E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29/09/2026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32ADD-8AA1-44C7-10D2-16EEC8BB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55E38-9898-8533-EEE4-5769BECC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6692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C3836-BD47-52DC-6880-ED7139D79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849A1-250C-AC54-45CF-1F7269E9D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7E283-D917-456A-9C51-03B2561D3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29/09/2026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48697-F252-3A77-2A44-80949825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20A23-9480-351A-8CC9-D41184BE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074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1D996F-28E0-EE48-1A60-DD6C87C2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33049-5EA4-FE91-AD3D-3E8221A58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FFAA-1188-E7B0-B675-622693A11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B069A-003F-4FC0-8534-236B0C5C7B5F}" type="datetimeFigureOut">
              <a:rPr lang="en-NL" smtClean="0"/>
              <a:t>29/09/2026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55ACD-263D-BC57-40AE-29769CF91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62DF2-3BF7-0A3B-2578-57CA00478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5935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596B-E8A7-AF6B-F232-B6BEDDB43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Python - Cursus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6EAA2-FB69-19A9-52CE-B06A78AAE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01848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l-NL" sz="2000" noProof="0" dirty="0"/>
              <a:t>API met </a:t>
            </a:r>
            <a:r>
              <a:rPr lang="nl-NL" sz="2000" noProof="0" dirty="0" err="1"/>
              <a:t>FastAPI</a:t>
            </a:r>
            <a:endParaRPr lang="nl-NL" sz="2000" noProof="0" dirty="0"/>
          </a:p>
          <a:p>
            <a:pPr>
              <a:spcAft>
                <a:spcPts val="600"/>
              </a:spcAft>
            </a:pPr>
            <a:endParaRPr lang="nl-NL" sz="2000" dirty="0"/>
          </a:p>
          <a:p>
            <a:pPr>
              <a:spcAft>
                <a:spcPts val="600"/>
              </a:spcAft>
            </a:pPr>
            <a:endParaRPr lang="nl-NL" sz="2000" dirty="0"/>
          </a:p>
          <a:p>
            <a:pPr>
              <a:spcAft>
                <a:spcPts val="600"/>
              </a:spcAft>
            </a:pPr>
            <a:r>
              <a:rPr lang="nl-NL" sz="2000" dirty="0"/>
              <a:t>App met </a:t>
            </a:r>
            <a:r>
              <a:rPr lang="nl-NL" sz="2000" dirty="0" err="1"/>
              <a:t>StreamLit</a:t>
            </a:r>
            <a:endParaRPr lang="nl-NL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F1785D-DBAB-C34E-4C20-A2078BA9D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17736">
            <a:off x="8321964" y="3685187"/>
            <a:ext cx="2694468" cy="24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11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Python - Cursus</vt:lpstr>
      <vt:lpstr>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voor Engineers</dc:title>
  <dc:creator>Lukas Koning</dc:creator>
  <cp:lastModifiedBy>Lukas Koning</cp:lastModifiedBy>
  <cp:revision>858</cp:revision>
  <dcterms:created xsi:type="dcterms:W3CDTF">2022-11-09T07:34:24Z</dcterms:created>
  <dcterms:modified xsi:type="dcterms:W3CDTF">2026-09-29T08:27:53Z</dcterms:modified>
</cp:coreProperties>
</file>